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8"/>
  </p:notesMasterIdLst>
  <p:sldIdLst>
    <p:sldId id="256" r:id="rId2"/>
    <p:sldId id="261" r:id="rId3"/>
    <p:sldId id="262" r:id="rId4"/>
    <p:sldId id="263" r:id="rId5"/>
    <p:sldId id="264" r:id="rId6"/>
    <p:sldId id="265" r:id="rId7"/>
  </p:sldIdLst>
  <p:sldSz cx="9144000" cy="5143500" type="screen16x9"/>
  <p:notesSz cx="6858000" cy="9144000"/>
  <p:embeddedFontLst>
    <p:embeddedFont>
      <p:font typeface="Lato" panose="020B0604020202020204" charset="0"/>
      <p:regular r:id="rId9"/>
      <p:bold r:id="rId10"/>
      <p:italic r:id="rId11"/>
      <p:boldItalic r:id="rId12"/>
    </p:embeddedFont>
    <p:embeddedFont>
      <p:font typeface="Delius" panose="020B0604020202020204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97F2F54-A6AC-4F21-81BD-3487905300D2}">
  <a:tblStyle styleId="{997F2F54-A6AC-4F21-81BD-3487905300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4D3000C-FBF8-4488-AE8A-485C69E05EE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6" y="-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49178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83000" y="183000"/>
            <a:ext cx="8778000" cy="4777500"/>
            <a:chOff x="183000" y="183000"/>
            <a:chExt cx="8778000" cy="4777500"/>
          </a:xfrm>
        </p:grpSpPr>
        <p:sp>
          <p:nvSpPr>
            <p:cNvPr id="10" name="Google Shape;10;p2"/>
            <p:cNvSpPr/>
            <p:nvPr/>
          </p:nvSpPr>
          <p:spPr>
            <a:xfrm>
              <a:off x="183000" y="183000"/>
              <a:ext cx="8778000" cy="4777500"/>
            </a:xfrm>
            <a:prstGeom prst="roundRect">
              <a:avLst>
                <a:gd name="adj" fmla="val 3842"/>
              </a:avLst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19800" y="322200"/>
              <a:ext cx="8504400" cy="4499100"/>
            </a:xfrm>
            <a:prstGeom prst="roundRect">
              <a:avLst>
                <a:gd name="adj" fmla="val 2129"/>
              </a:avLst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19800" y="322200"/>
              <a:ext cx="8504400" cy="4499100"/>
            </a:xfrm>
            <a:prstGeom prst="roundRect">
              <a:avLst>
                <a:gd name="adj" fmla="val 2129"/>
              </a:avLst>
            </a:prstGeom>
            <a:noFill/>
            <a:ln w="19050" cap="rnd" cmpd="sng">
              <a:solidFill>
                <a:schemeClr val="accent6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828800" y="1724111"/>
            <a:ext cx="5486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007789"/>
            <a:ext cx="54864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183000" y="183000"/>
            <a:ext cx="8778000" cy="4777500"/>
            <a:chOff x="183000" y="183000"/>
            <a:chExt cx="8778000" cy="4777500"/>
          </a:xfrm>
        </p:grpSpPr>
        <p:sp>
          <p:nvSpPr>
            <p:cNvPr id="48" name="Google Shape;48;p7"/>
            <p:cNvSpPr/>
            <p:nvPr/>
          </p:nvSpPr>
          <p:spPr>
            <a:xfrm>
              <a:off x="183000" y="183000"/>
              <a:ext cx="8778000" cy="4777500"/>
            </a:xfrm>
            <a:prstGeom prst="roundRect">
              <a:avLst>
                <a:gd name="adj" fmla="val 3842"/>
              </a:avLst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319800" y="322200"/>
              <a:ext cx="8504400" cy="4499100"/>
            </a:xfrm>
            <a:prstGeom prst="roundRect">
              <a:avLst>
                <a:gd name="adj" fmla="val 2129"/>
              </a:avLst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319800" y="322200"/>
              <a:ext cx="8504400" cy="4499100"/>
            </a:xfrm>
            <a:prstGeom prst="roundRect">
              <a:avLst>
                <a:gd name="adj" fmla="val 2129"/>
              </a:avLst>
            </a:prstGeom>
            <a:noFill/>
            <a:ln w="19050" cap="rnd" cmpd="sng">
              <a:solidFill>
                <a:schemeClr val="accent6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5172000" cy="11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ubTitle" idx="1"/>
          </p:nvPr>
        </p:nvSpPr>
        <p:spPr>
          <a:xfrm>
            <a:off x="713225" y="2167175"/>
            <a:ext cx="3675900" cy="21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1"/>
          <p:cNvGrpSpPr/>
          <p:nvPr/>
        </p:nvGrpSpPr>
        <p:grpSpPr>
          <a:xfrm>
            <a:off x="183000" y="183000"/>
            <a:ext cx="8778000" cy="4777500"/>
            <a:chOff x="183000" y="183000"/>
            <a:chExt cx="8778000" cy="4777500"/>
          </a:xfrm>
        </p:grpSpPr>
        <p:sp>
          <p:nvSpPr>
            <p:cNvPr id="151" name="Google Shape;151;p21"/>
            <p:cNvSpPr/>
            <p:nvPr/>
          </p:nvSpPr>
          <p:spPr>
            <a:xfrm>
              <a:off x="183000" y="183000"/>
              <a:ext cx="8778000" cy="4777500"/>
            </a:xfrm>
            <a:prstGeom prst="roundRect">
              <a:avLst>
                <a:gd name="adj" fmla="val 3842"/>
              </a:avLst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319800" y="322200"/>
              <a:ext cx="8504400" cy="4499100"/>
            </a:xfrm>
            <a:prstGeom prst="roundRect">
              <a:avLst>
                <a:gd name="adj" fmla="val 2129"/>
              </a:avLst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319800" y="322200"/>
              <a:ext cx="8504400" cy="4499100"/>
            </a:xfrm>
            <a:prstGeom prst="roundRect">
              <a:avLst>
                <a:gd name="adj" fmla="val 2129"/>
              </a:avLst>
            </a:prstGeom>
            <a:noFill/>
            <a:ln w="19050" cap="rnd" cmpd="sng">
              <a:solidFill>
                <a:schemeClr val="accent6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1"/>
          </p:nvPr>
        </p:nvSpPr>
        <p:spPr>
          <a:xfrm>
            <a:off x="4683242" y="1888575"/>
            <a:ext cx="3341400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2"/>
          </p:nvPr>
        </p:nvSpPr>
        <p:spPr>
          <a:xfrm>
            <a:off x="1119358" y="1888575"/>
            <a:ext cx="3341400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30"/>
          <p:cNvGrpSpPr/>
          <p:nvPr/>
        </p:nvGrpSpPr>
        <p:grpSpPr>
          <a:xfrm>
            <a:off x="183000" y="183000"/>
            <a:ext cx="8778000" cy="4777500"/>
            <a:chOff x="183000" y="183000"/>
            <a:chExt cx="8778000" cy="4777500"/>
          </a:xfrm>
        </p:grpSpPr>
        <p:sp>
          <p:nvSpPr>
            <p:cNvPr id="263" name="Google Shape;263;p30"/>
            <p:cNvSpPr/>
            <p:nvPr/>
          </p:nvSpPr>
          <p:spPr>
            <a:xfrm>
              <a:off x="183000" y="183000"/>
              <a:ext cx="8778000" cy="4777500"/>
            </a:xfrm>
            <a:prstGeom prst="roundRect">
              <a:avLst>
                <a:gd name="adj" fmla="val 3842"/>
              </a:avLst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319800" y="322200"/>
              <a:ext cx="8504400" cy="4499100"/>
            </a:xfrm>
            <a:prstGeom prst="roundRect">
              <a:avLst>
                <a:gd name="adj" fmla="val 2129"/>
              </a:avLst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319800" y="322200"/>
              <a:ext cx="8504400" cy="4499100"/>
            </a:xfrm>
            <a:prstGeom prst="roundRect">
              <a:avLst>
                <a:gd name="adj" fmla="val 2129"/>
              </a:avLst>
            </a:prstGeom>
            <a:noFill/>
            <a:ln w="19050" cap="rnd" cmpd="sng">
              <a:solidFill>
                <a:schemeClr val="accent6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elius"/>
              <a:buNone/>
              <a:defRPr sz="3400" b="1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elius"/>
              <a:buNone/>
              <a:defRPr sz="3400" b="1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elius"/>
              <a:buNone/>
              <a:defRPr sz="3400" b="1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elius"/>
              <a:buNone/>
              <a:defRPr sz="3400" b="1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elius"/>
              <a:buNone/>
              <a:defRPr sz="3400" b="1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elius"/>
              <a:buNone/>
              <a:defRPr sz="3400" b="1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elius"/>
              <a:buNone/>
              <a:defRPr sz="3400" b="1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elius"/>
              <a:buNone/>
              <a:defRPr sz="3400" b="1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elius"/>
              <a:buNone/>
              <a:defRPr sz="3400" b="1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67" r:id="rId4"/>
    <p:sldLayoutId id="2147483676" r:id="rId5"/>
    <p:sldLayoutId id="2147483677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>
            <a:spLocks noGrp="1"/>
          </p:cNvSpPr>
          <p:nvPr>
            <p:ph type="ctrTitle"/>
          </p:nvPr>
        </p:nvSpPr>
        <p:spPr>
          <a:xfrm>
            <a:off x="1906503" y="1620723"/>
            <a:ext cx="5486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the OSI Model in Software-Defined Networking (SDN)</a:t>
            </a:r>
            <a:endParaRPr sz="2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Google Shape;284;p38"/>
          <p:cNvSpPr txBox="1">
            <a:spLocks noGrp="1"/>
          </p:cNvSpPr>
          <p:nvPr>
            <p:ph type="subTitle" idx="1"/>
          </p:nvPr>
        </p:nvSpPr>
        <p:spPr>
          <a:xfrm>
            <a:off x="457200" y="3450726"/>
            <a:ext cx="54864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Muthu Krishnan K</a:t>
            </a:r>
          </a:p>
        </p:txBody>
      </p:sp>
      <p:sp>
        <p:nvSpPr>
          <p:cNvPr id="289" name="Google Shape;289;p38"/>
          <p:cNvSpPr/>
          <p:nvPr/>
        </p:nvSpPr>
        <p:spPr>
          <a:xfrm>
            <a:off x="5649670" y="695386"/>
            <a:ext cx="173279" cy="179570"/>
          </a:xfrm>
          <a:custGeom>
            <a:avLst/>
            <a:gdLst/>
            <a:ahLst/>
            <a:cxnLst/>
            <a:rect l="l" t="t" r="r" b="b"/>
            <a:pathLst>
              <a:path w="3476" h="3476" extrusionOk="0">
                <a:moveTo>
                  <a:pt x="1738" y="1"/>
                </a:moveTo>
                <a:cubicBezTo>
                  <a:pt x="1487" y="1"/>
                  <a:pt x="1283" y="205"/>
                  <a:pt x="1283" y="456"/>
                </a:cubicBezTo>
                <a:lnTo>
                  <a:pt x="1283" y="1051"/>
                </a:lnTo>
                <a:cubicBezTo>
                  <a:pt x="1283" y="1172"/>
                  <a:pt x="1171" y="1283"/>
                  <a:pt x="1050" y="1283"/>
                </a:cubicBezTo>
                <a:lnTo>
                  <a:pt x="456" y="1283"/>
                </a:lnTo>
                <a:cubicBezTo>
                  <a:pt x="205" y="1283"/>
                  <a:pt x="1" y="1487"/>
                  <a:pt x="1" y="1738"/>
                </a:cubicBezTo>
                <a:cubicBezTo>
                  <a:pt x="1" y="1989"/>
                  <a:pt x="205" y="2194"/>
                  <a:pt x="456" y="2194"/>
                </a:cubicBezTo>
                <a:lnTo>
                  <a:pt x="1050" y="2194"/>
                </a:lnTo>
                <a:cubicBezTo>
                  <a:pt x="1171" y="2194"/>
                  <a:pt x="1283" y="2296"/>
                  <a:pt x="1283" y="2426"/>
                </a:cubicBezTo>
                <a:lnTo>
                  <a:pt x="1283" y="3020"/>
                </a:lnTo>
                <a:cubicBezTo>
                  <a:pt x="1283" y="3271"/>
                  <a:pt x="1487" y="3476"/>
                  <a:pt x="1738" y="3476"/>
                </a:cubicBezTo>
                <a:cubicBezTo>
                  <a:pt x="1989" y="3476"/>
                  <a:pt x="2193" y="3271"/>
                  <a:pt x="2193" y="3020"/>
                </a:cubicBezTo>
                <a:lnTo>
                  <a:pt x="2193" y="2426"/>
                </a:lnTo>
                <a:cubicBezTo>
                  <a:pt x="2193" y="2296"/>
                  <a:pt x="2295" y="2194"/>
                  <a:pt x="2426" y="2194"/>
                </a:cubicBezTo>
                <a:lnTo>
                  <a:pt x="3020" y="2194"/>
                </a:lnTo>
                <a:cubicBezTo>
                  <a:pt x="3271" y="2194"/>
                  <a:pt x="3475" y="1989"/>
                  <a:pt x="3475" y="1738"/>
                </a:cubicBezTo>
                <a:cubicBezTo>
                  <a:pt x="3475" y="1487"/>
                  <a:pt x="3271" y="1283"/>
                  <a:pt x="3020" y="1283"/>
                </a:cubicBezTo>
                <a:lnTo>
                  <a:pt x="2426" y="1283"/>
                </a:lnTo>
                <a:cubicBezTo>
                  <a:pt x="2295" y="1283"/>
                  <a:pt x="2193" y="1172"/>
                  <a:pt x="2193" y="1051"/>
                </a:cubicBezTo>
                <a:lnTo>
                  <a:pt x="2193" y="456"/>
                </a:lnTo>
                <a:cubicBezTo>
                  <a:pt x="2193" y="205"/>
                  <a:pt x="1989" y="1"/>
                  <a:pt x="173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0" name="Google Shape;290;p38"/>
          <p:cNvGrpSpPr/>
          <p:nvPr/>
        </p:nvGrpSpPr>
        <p:grpSpPr>
          <a:xfrm>
            <a:off x="7939477" y="1825434"/>
            <a:ext cx="491295" cy="551042"/>
            <a:chOff x="7939477" y="1749234"/>
            <a:chExt cx="491295" cy="551042"/>
          </a:xfrm>
        </p:grpSpPr>
        <p:sp>
          <p:nvSpPr>
            <p:cNvPr id="291" name="Google Shape;291;p38"/>
            <p:cNvSpPr/>
            <p:nvPr/>
          </p:nvSpPr>
          <p:spPr>
            <a:xfrm rot="1800110">
              <a:off x="7971681" y="2084413"/>
              <a:ext cx="191333" cy="180090"/>
            </a:xfrm>
            <a:custGeom>
              <a:avLst/>
              <a:gdLst/>
              <a:ahLst/>
              <a:cxnLst/>
              <a:rect l="l" t="t" r="r" b="b"/>
              <a:pathLst>
                <a:path w="3838" h="3486" extrusionOk="0">
                  <a:moveTo>
                    <a:pt x="1915" y="1"/>
                  </a:moveTo>
                  <a:cubicBezTo>
                    <a:pt x="1805" y="1"/>
                    <a:pt x="1696" y="63"/>
                    <a:pt x="1655" y="189"/>
                  </a:cubicBezTo>
                  <a:lnTo>
                    <a:pt x="1413" y="932"/>
                  </a:lnTo>
                  <a:cubicBezTo>
                    <a:pt x="1376" y="1044"/>
                    <a:pt x="1274" y="1118"/>
                    <a:pt x="1153" y="1118"/>
                  </a:cubicBezTo>
                  <a:lnTo>
                    <a:pt x="372" y="1118"/>
                  </a:lnTo>
                  <a:cubicBezTo>
                    <a:pt x="112" y="1118"/>
                    <a:pt x="1" y="1462"/>
                    <a:pt x="214" y="1610"/>
                  </a:cubicBezTo>
                  <a:lnTo>
                    <a:pt x="846" y="2075"/>
                  </a:lnTo>
                  <a:cubicBezTo>
                    <a:pt x="939" y="2149"/>
                    <a:pt x="986" y="2270"/>
                    <a:pt x="948" y="2381"/>
                  </a:cubicBezTo>
                  <a:lnTo>
                    <a:pt x="707" y="3125"/>
                  </a:lnTo>
                  <a:cubicBezTo>
                    <a:pt x="643" y="3316"/>
                    <a:pt x="795" y="3485"/>
                    <a:pt x="966" y="3485"/>
                  </a:cubicBezTo>
                  <a:cubicBezTo>
                    <a:pt x="1019" y="3485"/>
                    <a:pt x="1074" y="3469"/>
                    <a:pt x="1125" y="3431"/>
                  </a:cubicBezTo>
                  <a:lnTo>
                    <a:pt x="1757" y="2967"/>
                  </a:lnTo>
                  <a:cubicBezTo>
                    <a:pt x="1803" y="2934"/>
                    <a:pt x="1859" y="2918"/>
                    <a:pt x="1916" y="2918"/>
                  </a:cubicBezTo>
                  <a:cubicBezTo>
                    <a:pt x="1973" y="2918"/>
                    <a:pt x="2031" y="2934"/>
                    <a:pt x="2082" y="2967"/>
                  </a:cubicBezTo>
                  <a:lnTo>
                    <a:pt x="2714" y="3431"/>
                  </a:lnTo>
                  <a:cubicBezTo>
                    <a:pt x="2765" y="3469"/>
                    <a:pt x="2820" y="3485"/>
                    <a:pt x="2873" y="3485"/>
                  </a:cubicBezTo>
                  <a:cubicBezTo>
                    <a:pt x="3043" y="3485"/>
                    <a:pt x="3195" y="3316"/>
                    <a:pt x="3132" y="3125"/>
                  </a:cubicBezTo>
                  <a:lnTo>
                    <a:pt x="2890" y="2381"/>
                  </a:lnTo>
                  <a:cubicBezTo>
                    <a:pt x="2853" y="2270"/>
                    <a:pt x="2890" y="2149"/>
                    <a:pt x="2992" y="2075"/>
                  </a:cubicBezTo>
                  <a:lnTo>
                    <a:pt x="3624" y="1610"/>
                  </a:lnTo>
                  <a:cubicBezTo>
                    <a:pt x="3838" y="1452"/>
                    <a:pt x="3726" y="1118"/>
                    <a:pt x="3457" y="1118"/>
                  </a:cubicBezTo>
                  <a:lnTo>
                    <a:pt x="2677" y="1118"/>
                  </a:lnTo>
                  <a:cubicBezTo>
                    <a:pt x="2556" y="1118"/>
                    <a:pt x="2454" y="1044"/>
                    <a:pt x="2416" y="932"/>
                  </a:cubicBezTo>
                  <a:lnTo>
                    <a:pt x="2175" y="189"/>
                  </a:lnTo>
                  <a:cubicBezTo>
                    <a:pt x="2133" y="63"/>
                    <a:pt x="2024" y="1"/>
                    <a:pt x="1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8"/>
            <p:cNvSpPr/>
            <p:nvPr/>
          </p:nvSpPr>
          <p:spPr>
            <a:xfrm>
              <a:off x="8254372" y="1749234"/>
              <a:ext cx="176400" cy="183000"/>
            </a:xfrm>
            <a:prstGeom prst="donut">
              <a:avLst>
                <a:gd name="adj" fmla="val 2252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8"/>
          <p:cNvGrpSpPr/>
          <p:nvPr/>
        </p:nvGrpSpPr>
        <p:grpSpPr>
          <a:xfrm rot="-1199926">
            <a:off x="626203" y="1813649"/>
            <a:ext cx="731581" cy="711059"/>
            <a:chOff x="913900" y="1701983"/>
            <a:chExt cx="731581" cy="711059"/>
          </a:xfrm>
        </p:grpSpPr>
        <p:sp>
          <p:nvSpPr>
            <p:cNvPr id="344" name="Google Shape;344;p38"/>
            <p:cNvSpPr/>
            <p:nvPr/>
          </p:nvSpPr>
          <p:spPr>
            <a:xfrm>
              <a:off x="913900" y="1701983"/>
              <a:ext cx="731451" cy="711059"/>
            </a:xfrm>
            <a:custGeom>
              <a:avLst/>
              <a:gdLst/>
              <a:ahLst/>
              <a:cxnLst/>
              <a:rect l="l" t="t" r="r" b="b"/>
              <a:pathLst>
                <a:path w="14086" h="13928" extrusionOk="0">
                  <a:moveTo>
                    <a:pt x="7042" y="0"/>
                  </a:moveTo>
                  <a:cubicBezTo>
                    <a:pt x="6831" y="0"/>
                    <a:pt x="6620" y="79"/>
                    <a:pt x="6458" y="237"/>
                  </a:cubicBezTo>
                  <a:lnTo>
                    <a:pt x="316" y="6388"/>
                  </a:lnTo>
                  <a:cubicBezTo>
                    <a:pt x="0" y="6704"/>
                    <a:pt x="0" y="7224"/>
                    <a:pt x="316" y="7549"/>
                  </a:cubicBezTo>
                  <a:lnTo>
                    <a:pt x="6458" y="13690"/>
                  </a:lnTo>
                  <a:cubicBezTo>
                    <a:pt x="6620" y="13848"/>
                    <a:pt x="6829" y="13927"/>
                    <a:pt x="7038" y="13927"/>
                  </a:cubicBezTo>
                  <a:cubicBezTo>
                    <a:pt x="7247" y="13927"/>
                    <a:pt x="7456" y="13848"/>
                    <a:pt x="7619" y="13690"/>
                  </a:cubicBezTo>
                  <a:lnTo>
                    <a:pt x="13769" y="7549"/>
                  </a:lnTo>
                  <a:cubicBezTo>
                    <a:pt x="14085" y="7224"/>
                    <a:pt x="14085" y="6713"/>
                    <a:pt x="13769" y="6388"/>
                  </a:cubicBezTo>
                  <a:lnTo>
                    <a:pt x="7619" y="237"/>
                  </a:lnTo>
                  <a:cubicBezTo>
                    <a:pt x="7461" y="79"/>
                    <a:pt x="7252" y="0"/>
                    <a:pt x="7042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" name="Google Shape;345;p38"/>
            <p:cNvGrpSpPr/>
            <p:nvPr/>
          </p:nvGrpSpPr>
          <p:grpSpPr>
            <a:xfrm>
              <a:off x="914030" y="1702060"/>
              <a:ext cx="731451" cy="710906"/>
              <a:chOff x="2121375" y="2173675"/>
              <a:chExt cx="352150" cy="348125"/>
            </a:xfrm>
          </p:grpSpPr>
          <p:sp>
            <p:nvSpPr>
              <p:cNvPr id="346" name="Google Shape;346;p38"/>
              <p:cNvSpPr/>
              <p:nvPr/>
            </p:nvSpPr>
            <p:spPr>
              <a:xfrm>
                <a:off x="2121375" y="2173675"/>
                <a:ext cx="352150" cy="348125"/>
              </a:xfrm>
              <a:custGeom>
                <a:avLst/>
                <a:gdLst/>
                <a:ahLst/>
                <a:cxnLst/>
                <a:rect l="l" t="t" r="r" b="b"/>
                <a:pathLst>
                  <a:path w="14086" h="13925" extrusionOk="0">
                    <a:moveTo>
                      <a:pt x="7044" y="0"/>
                    </a:moveTo>
                    <a:cubicBezTo>
                      <a:pt x="6834" y="0"/>
                      <a:pt x="6625" y="81"/>
                      <a:pt x="6467" y="244"/>
                    </a:cubicBezTo>
                    <a:lnTo>
                      <a:pt x="326" y="6385"/>
                    </a:lnTo>
                    <a:cubicBezTo>
                      <a:pt x="0" y="6701"/>
                      <a:pt x="0" y="7221"/>
                      <a:pt x="326" y="7547"/>
                    </a:cubicBezTo>
                    <a:lnTo>
                      <a:pt x="6467" y="13688"/>
                    </a:lnTo>
                    <a:cubicBezTo>
                      <a:pt x="6625" y="13846"/>
                      <a:pt x="6834" y="13925"/>
                      <a:pt x="7044" y="13925"/>
                    </a:cubicBezTo>
                    <a:cubicBezTo>
                      <a:pt x="7254" y="13925"/>
                      <a:pt x="7466" y="13846"/>
                      <a:pt x="7628" y="13688"/>
                    </a:cubicBezTo>
                    <a:lnTo>
                      <a:pt x="13769" y="7547"/>
                    </a:lnTo>
                    <a:cubicBezTo>
                      <a:pt x="14085" y="7221"/>
                      <a:pt x="14085" y="6701"/>
                      <a:pt x="13769" y="6385"/>
                    </a:cubicBezTo>
                    <a:lnTo>
                      <a:pt x="7628" y="244"/>
                    </a:lnTo>
                    <a:cubicBezTo>
                      <a:pt x="7466" y="81"/>
                      <a:pt x="7254" y="0"/>
                      <a:pt x="70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8"/>
              <p:cNvSpPr/>
              <p:nvPr/>
            </p:nvSpPr>
            <p:spPr>
              <a:xfrm>
                <a:off x="2153200" y="2205775"/>
                <a:ext cx="288725" cy="283850"/>
              </a:xfrm>
              <a:custGeom>
                <a:avLst/>
                <a:gdLst/>
                <a:ahLst/>
                <a:cxnLst/>
                <a:rect l="l" t="t" r="r" b="b"/>
                <a:pathLst>
                  <a:path w="11549" h="11354" extrusionOk="0">
                    <a:moveTo>
                      <a:pt x="5779" y="316"/>
                    </a:moveTo>
                    <a:cubicBezTo>
                      <a:pt x="5956" y="316"/>
                      <a:pt x="6123" y="382"/>
                      <a:pt x="6244" y="512"/>
                    </a:cubicBezTo>
                    <a:lnTo>
                      <a:pt x="10945" y="5203"/>
                    </a:lnTo>
                    <a:cubicBezTo>
                      <a:pt x="11205" y="5464"/>
                      <a:pt x="11205" y="5882"/>
                      <a:pt x="10945" y="6142"/>
                    </a:cubicBezTo>
                    <a:lnTo>
                      <a:pt x="6244" y="10843"/>
                    </a:lnTo>
                    <a:cubicBezTo>
                      <a:pt x="6114" y="10968"/>
                      <a:pt x="5944" y="11031"/>
                      <a:pt x="5775" y="11031"/>
                    </a:cubicBezTo>
                    <a:cubicBezTo>
                      <a:pt x="5605" y="11031"/>
                      <a:pt x="5435" y="10968"/>
                      <a:pt x="5305" y="10843"/>
                    </a:cubicBezTo>
                    <a:lnTo>
                      <a:pt x="613" y="6151"/>
                    </a:lnTo>
                    <a:cubicBezTo>
                      <a:pt x="353" y="5891"/>
                      <a:pt x="353" y="5464"/>
                      <a:pt x="613" y="5203"/>
                    </a:cubicBezTo>
                    <a:lnTo>
                      <a:pt x="5305" y="512"/>
                    </a:lnTo>
                    <a:cubicBezTo>
                      <a:pt x="5426" y="391"/>
                      <a:pt x="5603" y="316"/>
                      <a:pt x="5779" y="316"/>
                    </a:cubicBezTo>
                    <a:close/>
                    <a:moveTo>
                      <a:pt x="5779" y="1"/>
                    </a:moveTo>
                    <a:cubicBezTo>
                      <a:pt x="5528" y="1"/>
                      <a:pt x="5277" y="94"/>
                      <a:pt x="5082" y="279"/>
                    </a:cubicBezTo>
                    <a:lnTo>
                      <a:pt x="381" y="4971"/>
                    </a:lnTo>
                    <a:cubicBezTo>
                      <a:pt x="0" y="5361"/>
                      <a:pt x="0" y="5984"/>
                      <a:pt x="381" y="6365"/>
                    </a:cubicBezTo>
                    <a:lnTo>
                      <a:pt x="5082" y="11066"/>
                    </a:lnTo>
                    <a:cubicBezTo>
                      <a:pt x="5259" y="11252"/>
                      <a:pt x="5510" y="11354"/>
                      <a:pt x="5779" y="11354"/>
                    </a:cubicBezTo>
                    <a:cubicBezTo>
                      <a:pt x="6039" y="11354"/>
                      <a:pt x="6290" y="11252"/>
                      <a:pt x="6476" y="11066"/>
                    </a:cubicBezTo>
                    <a:lnTo>
                      <a:pt x="11168" y="6365"/>
                    </a:lnTo>
                    <a:cubicBezTo>
                      <a:pt x="11549" y="5984"/>
                      <a:pt x="11549" y="5361"/>
                      <a:pt x="11168" y="4971"/>
                    </a:cubicBezTo>
                    <a:lnTo>
                      <a:pt x="6476" y="279"/>
                    </a:lnTo>
                    <a:cubicBezTo>
                      <a:pt x="6281" y="94"/>
                      <a:pt x="6030" y="1"/>
                      <a:pt x="57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8"/>
              <p:cNvSpPr/>
              <p:nvPr/>
            </p:nvSpPr>
            <p:spPr>
              <a:xfrm>
                <a:off x="2218450" y="2304250"/>
                <a:ext cx="158225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782" extrusionOk="0">
                    <a:moveTo>
                      <a:pt x="1" y="1"/>
                    </a:moveTo>
                    <a:lnTo>
                      <a:pt x="1" y="781"/>
                    </a:lnTo>
                    <a:lnTo>
                      <a:pt x="6328" y="781"/>
                    </a:lnTo>
                    <a:lnTo>
                      <a:pt x="63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8"/>
              <p:cNvSpPr/>
              <p:nvPr/>
            </p:nvSpPr>
            <p:spPr>
              <a:xfrm>
                <a:off x="2218450" y="2373700"/>
                <a:ext cx="158225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782" extrusionOk="0">
                    <a:moveTo>
                      <a:pt x="1" y="1"/>
                    </a:moveTo>
                    <a:lnTo>
                      <a:pt x="1" y="781"/>
                    </a:lnTo>
                    <a:lnTo>
                      <a:pt x="6328" y="781"/>
                    </a:lnTo>
                    <a:lnTo>
                      <a:pt x="632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8"/>
              <p:cNvSpPr/>
              <p:nvPr/>
            </p:nvSpPr>
            <p:spPr>
              <a:xfrm>
                <a:off x="2233550" y="2292425"/>
                <a:ext cx="19550" cy="110575"/>
              </a:xfrm>
              <a:custGeom>
                <a:avLst/>
                <a:gdLst/>
                <a:ahLst/>
                <a:cxnLst/>
                <a:rect l="l" t="t" r="r" b="b"/>
                <a:pathLst>
                  <a:path w="782" h="4423" extrusionOk="0">
                    <a:moveTo>
                      <a:pt x="1" y="0"/>
                    </a:moveTo>
                    <a:lnTo>
                      <a:pt x="1" y="4423"/>
                    </a:lnTo>
                    <a:lnTo>
                      <a:pt x="781" y="4423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8"/>
              <p:cNvSpPr/>
              <p:nvPr/>
            </p:nvSpPr>
            <p:spPr>
              <a:xfrm>
                <a:off x="2270025" y="2292425"/>
                <a:ext cx="19525" cy="11057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4423" extrusionOk="0">
                    <a:moveTo>
                      <a:pt x="1" y="0"/>
                    </a:moveTo>
                    <a:lnTo>
                      <a:pt x="1" y="4423"/>
                    </a:lnTo>
                    <a:lnTo>
                      <a:pt x="781" y="4423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8"/>
              <p:cNvSpPr/>
              <p:nvPr/>
            </p:nvSpPr>
            <p:spPr>
              <a:xfrm>
                <a:off x="2306025" y="2292425"/>
                <a:ext cx="19550" cy="110575"/>
              </a:xfrm>
              <a:custGeom>
                <a:avLst/>
                <a:gdLst/>
                <a:ahLst/>
                <a:cxnLst/>
                <a:rect l="l" t="t" r="r" b="b"/>
                <a:pathLst>
                  <a:path w="782" h="4423" extrusionOk="0">
                    <a:moveTo>
                      <a:pt x="1" y="0"/>
                    </a:moveTo>
                    <a:lnTo>
                      <a:pt x="1" y="4423"/>
                    </a:lnTo>
                    <a:lnTo>
                      <a:pt x="781" y="4423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8"/>
              <p:cNvSpPr/>
              <p:nvPr/>
            </p:nvSpPr>
            <p:spPr>
              <a:xfrm>
                <a:off x="2342250" y="2292425"/>
                <a:ext cx="19550" cy="110575"/>
              </a:xfrm>
              <a:custGeom>
                <a:avLst/>
                <a:gdLst/>
                <a:ahLst/>
                <a:cxnLst/>
                <a:rect l="l" t="t" r="r" b="b"/>
                <a:pathLst>
                  <a:path w="782" h="4423" extrusionOk="0">
                    <a:moveTo>
                      <a:pt x="1" y="0"/>
                    </a:moveTo>
                    <a:lnTo>
                      <a:pt x="1" y="4423"/>
                    </a:lnTo>
                    <a:lnTo>
                      <a:pt x="781" y="4423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392" name="Google Shape;392;p38"/>
          <p:cNvCxnSpPr/>
          <p:nvPr/>
        </p:nvCxnSpPr>
        <p:spPr>
          <a:xfrm>
            <a:off x="4038600" y="2859958"/>
            <a:ext cx="1188600" cy="0"/>
          </a:xfrm>
          <a:prstGeom prst="straightConnector1">
            <a:avLst/>
          </a:prstGeom>
          <a:noFill/>
          <a:ln w="38100" cap="rnd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" name="TextBox 1"/>
          <p:cNvSpPr txBox="1"/>
          <p:nvPr/>
        </p:nvSpPr>
        <p:spPr>
          <a:xfrm>
            <a:off x="5679060" y="3121080"/>
            <a:ext cx="195450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buSzPts val="3600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 By: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SzPts val="3600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Jesu Jayarin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SzPts val="3600"/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(Professor)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SzPts val="3600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13" name="Picture 112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17" y="412661"/>
            <a:ext cx="899979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210" y="383204"/>
            <a:ext cx="877763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3" name="Google Shape;603;p43"/>
          <p:cNvSpPr txBox="1">
            <a:spLocks noGrp="1"/>
          </p:cNvSpPr>
          <p:nvPr>
            <p:ph type="subTitle" idx="2"/>
          </p:nvPr>
        </p:nvSpPr>
        <p:spPr>
          <a:xfrm>
            <a:off x="1078956" y="1174414"/>
            <a:ext cx="6644431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Fundamentals: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(Open Systems Interconnection) model divides network communication into seven structured layers, from physical transmission to application-level data exchange.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Emergence of SDN: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Software-Defined Networking separates the network’s control plane from the data plane, enabling centralized, programmable control over network behaviour.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OSI layers map onto SDN’s architecture clarifies how traditional networking concepts translate into modern, software-driven infrastructures.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04" name="Google Shape;604;p43"/>
          <p:cNvGrpSpPr/>
          <p:nvPr/>
        </p:nvGrpSpPr>
        <p:grpSpPr>
          <a:xfrm rot="1200044">
            <a:off x="7998077" y="1992738"/>
            <a:ext cx="731457" cy="606900"/>
            <a:chOff x="575787" y="2342429"/>
            <a:chExt cx="731525" cy="606957"/>
          </a:xfrm>
        </p:grpSpPr>
        <p:sp>
          <p:nvSpPr>
            <p:cNvPr id="605" name="Google Shape;605;p43"/>
            <p:cNvSpPr/>
            <p:nvPr/>
          </p:nvSpPr>
          <p:spPr>
            <a:xfrm>
              <a:off x="576136" y="2342429"/>
              <a:ext cx="730828" cy="606957"/>
            </a:xfrm>
            <a:custGeom>
              <a:avLst/>
              <a:gdLst/>
              <a:ahLst/>
              <a:cxnLst/>
              <a:rect l="l" t="t" r="r" b="b"/>
              <a:pathLst>
                <a:path w="14676" h="12172" extrusionOk="0">
                  <a:moveTo>
                    <a:pt x="7341" y="0"/>
                  </a:moveTo>
                  <a:cubicBezTo>
                    <a:pt x="7034" y="0"/>
                    <a:pt x="6725" y="149"/>
                    <a:pt x="6539" y="446"/>
                  </a:cubicBezTo>
                  <a:lnTo>
                    <a:pt x="583" y="10035"/>
                  </a:lnTo>
                  <a:cubicBezTo>
                    <a:pt x="0" y="10969"/>
                    <a:pt x="662" y="12171"/>
                    <a:pt x="1760" y="12171"/>
                  </a:cubicBezTo>
                  <a:cubicBezTo>
                    <a:pt x="1764" y="12171"/>
                    <a:pt x="1768" y="12171"/>
                    <a:pt x="1773" y="12171"/>
                  </a:cubicBezTo>
                  <a:lnTo>
                    <a:pt x="12903" y="12171"/>
                  </a:lnTo>
                  <a:cubicBezTo>
                    <a:pt x="12907" y="12171"/>
                    <a:pt x="12912" y="12171"/>
                    <a:pt x="12916" y="12171"/>
                  </a:cubicBezTo>
                  <a:cubicBezTo>
                    <a:pt x="14014" y="12171"/>
                    <a:pt x="14676" y="10969"/>
                    <a:pt x="14092" y="10035"/>
                  </a:cubicBezTo>
                  <a:lnTo>
                    <a:pt x="8137" y="446"/>
                  </a:lnTo>
                  <a:cubicBezTo>
                    <a:pt x="7956" y="149"/>
                    <a:pt x="7649" y="0"/>
                    <a:pt x="7341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6" name="Google Shape;606;p43"/>
            <p:cNvGrpSpPr/>
            <p:nvPr/>
          </p:nvGrpSpPr>
          <p:grpSpPr>
            <a:xfrm>
              <a:off x="575787" y="2342429"/>
              <a:ext cx="731525" cy="606957"/>
              <a:chOff x="857125" y="2195550"/>
              <a:chExt cx="367250" cy="304300"/>
            </a:xfrm>
          </p:grpSpPr>
          <p:sp>
            <p:nvSpPr>
              <p:cNvPr id="607" name="Google Shape;607;p43"/>
              <p:cNvSpPr/>
              <p:nvPr/>
            </p:nvSpPr>
            <p:spPr>
              <a:xfrm>
                <a:off x="857125" y="2195550"/>
                <a:ext cx="367250" cy="304300"/>
              </a:xfrm>
              <a:custGeom>
                <a:avLst/>
                <a:gdLst/>
                <a:ahLst/>
                <a:cxnLst/>
                <a:rect l="l" t="t" r="r" b="b"/>
                <a:pathLst>
                  <a:path w="14690" h="12172" extrusionOk="0">
                    <a:moveTo>
                      <a:pt x="7345" y="1"/>
                    </a:moveTo>
                    <a:cubicBezTo>
                      <a:pt x="7036" y="1"/>
                      <a:pt x="6727" y="149"/>
                      <a:pt x="6541" y="447"/>
                    </a:cubicBezTo>
                    <a:lnTo>
                      <a:pt x="585" y="10035"/>
                    </a:lnTo>
                    <a:cubicBezTo>
                      <a:pt x="0" y="10964"/>
                      <a:pt x="678" y="12172"/>
                      <a:pt x="1775" y="12172"/>
                    </a:cubicBezTo>
                    <a:lnTo>
                      <a:pt x="12914" y="12172"/>
                    </a:lnTo>
                    <a:cubicBezTo>
                      <a:pt x="14011" y="12172"/>
                      <a:pt x="14689" y="10964"/>
                      <a:pt x="14104" y="10035"/>
                    </a:cubicBezTo>
                    <a:lnTo>
                      <a:pt x="8148" y="447"/>
                    </a:lnTo>
                    <a:cubicBezTo>
                      <a:pt x="7962" y="149"/>
                      <a:pt x="7654" y="1"/>
                      <a:pt x="73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3"/>
              <p:cNvSpPr/>
              <p:nvPr/>
            </p:nvSpPr>
            <p:spPr>
              <a:xfrm>
                <a:off x="884525" y="2216525"/>
                <a:ext cx="312425" cy="269175"/>
              </a:xfrm>
              <a:custGeom>
                <a:avLst/>
                <a:gdLst/>
                <a:ahLst/>
                <a:cxnLst/>
                <a:rect l="l" t="t" r="r" b="b"/>
                <a:pathLst>
                  <a:path w="12497" h="10767" extrusionOk="0">
                    <a:moveTo>
                      <a:pt x="6253" y="593"/>
                    </a:moveTo>
                    <a:cubicBezTo>
                      <a:pt x="6346" y="593"/>
                      <a:pt x="6430" y="648"/>
                      <a:pt x="6476" y="732"/>
                    </a:cubicBezTo>
                    <a:lnTo>
                      <a:pt x="11818" y="9707"/>
                    </a:lnTo>
                    <a:cubicBezTo>
                      <a:pt x="11874" y="9800"/>
                      <a:pt x="11874" y="9930"/>
                      <a:pt x="11818" y="10032"/>
                    </a:cubicBezTo>
                    <a:cubicBezTo>
                      <a:pt x="11772" y="10116"/>
                      <a:pt x="11679" y="10171"/>
                      <a:pt x="11586" y="10171"/>
                    </a:cubicBezTo>
                    <a:lnTo>
                      <a:pt x="911" y="10171"/>
                    </a:lnTo>
                    <a:cubicBezTo>
                      <a:pt x="818" y="10171"/>
                      <a:pt x="725" y="10116"/>
                      <a:pt x="679" y="10032"/>
                    </a:cubicBezTo>
                    <a:cubicBezTo>
                      <a:pt x="623" y="9930"/>
                      <a:pt x="623" y="9800"/>
                      <a:pt x="679" y="9707"/>
                    </a:cubicBezTo>
                    <a:lnTo>
                      <a:pt x="6021" y="732"/>
                    </a:lnTo>
                    <a:cubicBezTo>
                      <a:pt x="6067" y="648"/>
                      <a:pt x="6151" y="593"/>
                      <a:pt x="6253" y="593"/>
                    </a:cubicBezTo>
                    <a:close/>
                    <a:moveTo>
                      <a:pt x="6249" y="0"/>
                    </a:moveTo>
                    <a:cubicBezTo>
                      <a:pt x="5958" y="0"/>
                      <a:pt x="5668" y="142"/>
                      <a:pt x="5501" y="425"/>
                    </a:cubicBezTo>
                    <a:lnTo>
                      <a:pt x="168" y="9400"/>
                    </a:lnTo>
                    <a:cubicBezTo>
                      <a:pt x="0" y="9688"/>
                      <a:pt x="0" y="10032"/>
                      <a:pt x="158" y="10320"/>
                    </a:cubicBezTo>
                    <a:cubicBezTo>
                      <a:pt x="316" y="10599"/>
                      <a:pt x="604" y="10766"/>
                      <a:pt x="911" y="10766"/>
                    </a:cubicBezTo>
                    <a:lnTo>
                      <a:pt x="11586" y="10766"/>
                    </a:lnTo>
                    <a:cubicBezTo>
                      <a:pt x="11893" y="10766"/>
                      <a:pt x="12181" y="10599"/>
                      <a:pt x="12339" y="10320"/>
                    </a:cubicBezTo>
                    <a:cubicBezTo>
                      <a:pt x="12497" y="10032"/>
                      <a:pt x="12497" y="9688"/>
                      <a:pt x="12329" y="9400"/>
                    </a:cubicBezTo>
                    <a:lnTo>
                      <a:pt x="6997" y="425"/>
                    </a:lnTo>
                    <a:cubicBezTo>
                      <a:pt x="6829" y="142"/>
                      <a:pt x="6539" y="0"/>
                      <a:pt x="62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43"/>
              <p:cNvSpPr/>
              <p:nvPr/>
            </p:nvSpPr>
            <p:spPr>
              <a:xfrm>
                <a:off x="1022725" y="2274075"/>
                <a:ext cx="3602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5018" extrusionOk="0">
                    <a:moveTo>
                      <a:pt x="725" y="0"/>
                    </a:moveTo>
                    <a:cubicBezTo>
                      <a:pt x="326" y="0"/>
                      <a:pt x="1" y="316"/>
                      <a:pt x="1" y="715"/>
                    </a:cubicBezTo>
                    <a:lnTo>
                      <a:pt x="1" y="4292"/>
                    </a:lnTo>
                    <a:cubicBezTo>
                      <a:pt x="1" y="4692"/>
                      <a:pt x="326" y="5017"/>
                      <a:pt x="725" y="5017"/>
                    </a:cubicBezTo>
                    <a:cubicBezTo>
                      <a:pt x="1115" y="5017"/>
                      <a:pt x="1441" y="4692"/>
                      <a:pt x="1441" y="4292"/>
                    </a:cubicBezTo>
                    <a:lnTo>
                      <a:pt x="1441" y="715"/>
                    </a:lnTo>
                    <a:cubicBezTo>
                      <a:pt x="1441" y="316"/>
                      <a:pt x="1115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43"/>
              <p:cNvSpPr/>
              <p:nvPr/>
            </p:nvSpPr>
            <p:spPr>
              <a:xfrm>
                <a:off x="1022725" y="2409475"/>
                <a:ext cx="36025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757" extrusionOk="0">
                    <a:moveTo>
                      <a:pt x="725" y="1"/>
                    </a:moveTo>
                    <a:cubicBezTo>
                      <a:pt x="326" y="1"/>
                      <a:pt x="1" y="326"/>
                      <a:pt x="1" y="725"/>
                    </a:cubicBezTo>
                    <a:lnTo>
                      <a:pt x="1" y="1041"/>
                    </a:lnTo>
                    <a:cubicBezTo>
                      <a:pt x="1" y="1431"/>
                      <a:pt x="326" y="1757"/>
                      <a:pt x="725" y="1757"/>
                    </a:cubicBezTo>
                    <a:cubicBezTo>
                      <a:pt x="1115" y="1757"/>
                      <a:pt x="1441" y="1431"/>
                      <a:pt x="1441" y="1041"/>
                    </a:cubicBezTo>
                    <a:lnTo>
                      <a:pt x="1441" y="725"/>
                    </a:lnTo>
                    <a:cubicBezTo>
                      <a:pt x="1441" y="326"/>
                      <a:pt x="1115" y="1"/>
                      <a:pt x="7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611;p43"/>
          <p:cNvGrpSpPr/>
          <p:nvPr/>
        </p:nvGrpSpPr>
        <p:grpSpPr>
          <a:xfrm>
            <a:off x="672945" y="3333750"/>
            <a:ext cx="406012" cy="421031"/>
            <a:chOff x="8024709" y="2982890"/>
            <a:chExt cx="406012" cy="421031"/>
          </a:xfrm>
        </p:grpSpPr>
        <p:sp>
          <p:nvSpPr>
            <p:cNvPr id="612" name="Google Shape;612;p43"/>
            <p:cNvSpPr/>
            <p:nvPr/>
          </p:nvSpPr>
          <p:spPr>
            <a:xfrm>
              <a:off x="8024709" y="2982889"/>
              <a:ext cx="140826" cy="141290"/>
            </a:xfrm>
            <a:custGeom>
              <a:avLst/>
              <a:gdLst/>
              <a:ahLst/>
              <a:cxnLst/>
              <a:rect l="l" t="t" r="r" b="b"/>
              <a:pathLst>
                <a:path w="2825" h="2735" extrusionOk="0">
                  <a:moveTo>
                    <a:pt x="507" y="0"/>
                  </a:moveTo>
                  <a:cubicBezTo>
                    <a:pt x="391" y="0"/>
                    <a:pt x="274" y="44"/>
                    <a:pt x="186" y="133"/>
                  </a:cubicBezTo>
                  <a:cubicBezTo>
                    <a:pt x="0" y="309"/>
                    <a:pt x="0" y="606"/>
                    <a:pt x="186" y="783"/>
                  </a:cubicBezTo>
                  <a:lnTo>
                    <a:pt x="604" y="1201"/>
                  </a:lnTo>
                  <a:cubicBezTo>
                    <a:pt x="697" y="1294"/>
                    <a:pt x="697" y="1443"/>
                    <a:pt x="604" y="1536"/>
                  </a:cubicBezTo>
                  <a:lnTo>
                    <a:pt x="186" y="1954"/>
                  </a:lnTo>
                  <a:cubicBezTo>
                    <a:pt x="0" y="2130"/>
                    <a:pt x="0" y="2418"/>
                    <a:pt x="186" y="2595"/>
                  </a:cubicBezTo>
                  <a:cubicBezTo>
                    <a:pt x="274" y="2688"/>
                    <a:pt x="391" y="2734"/>
                    <a:pt x="507" y="2734"/>
                  </a:cubicBezTo>
                  <a:cubicBezTo>
                    <a:pt x="623" y="2734"/>
                    <a:pt x="739" y="2688"/>
                    <a:pt x="827" y="2595"/>
                  </a:cubicBezTo>
                  <a:lnTo>
                    <a:pt x="1245" y="2177"/>
                  </a:lnTo>
                  <a:cubicBezTo>
                    <a:pt x="1292" y="2130"/>
                    <a:pt x="1352" y="2107"/>
                    <a:pt x="1413" y="2107"/>
                  </a:cubicBezTo>
                  <a:cubicBezTo>
                    <a:pt x="1473" y="2107"/>
                    <a:pt x="1533" y="2130"/>
                    <a:pt x="1580" y="2177"/>
                  </a:cubicBezTo>
                  <a:lnTo>
                    <a:pt x="1998" y="2595"/>
                  </a:lnTo>
                  <a:cubicBezTo>
                    <a:pt x="2091" y="2688"/>
                    <a:pt x="2209" y="2734"/>
                    <a:pt x="2327" y="2734"/>
                  </a:cubicBezTo>
                  <a:cubicBezTo>
                    <a:pt x="2444" y="2734"/>
                    <a:pt x="2560" y="2688"/>
                    <a:pt x="2648" y="2595"/>
                  </a:cubicBezTo>
                  <a:cubicBezTo>
                    <a:pt x="2825" y="2418"/>
                    <a:pt x="2825" y="2130"/>
                    <a:pt x="2648" y="1954"/>
                  </a:cubicBezTo>
                  <a:lnTo>
                    <a:pt x="2230" y="1536"/>
                  </a:lnTo>
                  <a:cubicBezTo>
                    <a:pt x="2137" y="1443"/>
                    <a:pt x="2137" y="1294"/>
                    <a:pt x="2230" y="1201"/>
                  </a:cubicBezTo>
                  <a:lnTo>
                    <a:pt x="2648" y="783"/>
                  </a:lnTo>
                  <a:cubicBezTo>
                    <a:pt x="2825" y="606"/>
                    <a:pt x="2825" y="309"/>
                    <a:pt x="2648" y="133"/>
                  </a:cubicBezTo>
                  <a:cubicBezTo>
                    <a:pt x="2560" y="44"/>
                    <a:pt x="2444" y="0"/>
                    <a:pt x="2327" y="0"/>
                  </a:cubicBezTo>
                  <a:cubicBezTo>
                    <a:pt x="2209" y="0"/>
                    <a:pt x="2091" y="44"/>
                    <a:pt x="1998" y="133"/>
                  </a:cubicBezTo>
                  <a:lnTo>
                    <a:pt x="1580" y="551"/>
                  </a:lnTo>
                  <a:cubicBezTo>
                    <a:pt x="1533" y="597"/>
                    <a:pt x="1473" y="620"/>
                    <a:pt x="1413" y="620"/>
                  </a:cubicBezTo>
                  <a:cubicBezTo>
                    <a:pt x="1352" y="620"/>
                    <a:pt x="1292" y="597"/>
                    <a:pt x="1245" y="551"/>
                  </a:cubicBezTo>
                  <a:lnTo>
                    <a:pt x="827" y="133"/>
                  </a:lnTo>
                  <a:cubicBezTo>
                    <a:pt x="739" y="44"/>
                    <a:pt x="623" y="0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3"/>
            <p:cNvSpPr/>
            <p:nvPr/>
          </p:nvSpPr>
          <p:spPr>
            <a:xfrm>
              <a:off x="8258389" y="3223885"/>
              <a:ext cx="172331" cy="180035"/>
            </a:xfrm>
            <a:custGeom>
              <a:avLst/>
              <a:gdLst/>
              <a:ahLst/>
              <a:cxnLst/>
              <a:rect l="l" t="t" r="r" b="b"/>
              <a:pathLst>
                <a:path w="3457" h="3485" extrusionOk="0">
                  <a:moveTo>
                    <a:pt x="1729" y="1"/>
                  </a:moveTo>
                  <a:cubicBezTo>
                    <a:pt x="1682" y="10"/>
                    <a:pt x="1654" y="38"/>
                    <a:pt x="1636" y="66"/>
                  </a:cubicBezTo>
                  <a:cubicBezTo>
                    <a:pt x="1301" y="688"/>
                    <a:pt x="846" y="1339"/>
                    <a:pt x="66" y="1636"/>
                  </a:cubicBezTo>
                  <a:cubicBezTo>
                    <a:pt x="38" y="1654"/>
                    <a:pt x="10" y="1673"/>
                    <a:pt x="1" y="1701"/>
                  </a:cubicBezTo>
                  <a:cubicBezTo>
                    <a:pt x="1" y="1704"/>
                    <a:pt x="1" y="1707"/>
                    <a:pt x="1" y="1710"/>
                  </a:cubicBezTo>
                  <a:lnTo>
                    <a:pt x="1" y="1719"/>
                  </a:lnTo>
                  <a:cubicBezTo>
                    <a:pt x="1" y="1729"/>
                    <a:pt x="1" y="1738"/>
                    <a:pt x="1" y="1747"/>
                  </a:cubicBezTo>
                  <a:cubicBezTo>
                    <a:pt x="1" y="1757"/>
                    <a:pt x="1" y="1766"/>
                    <a:pt x="1" y="1775"/>
                  </a:cubicBezTo>
                  <a:lnTo>
                    <a:pt x="1" y="1785"/>
                  </a:lnTo>
                  <a:cubicBezTo>
                    <a:pt x="1" y="1789"/>
                    <a:pt x="1" y="1791"/>
                    <a:pt x="1" y="1794"/>
                  </a:cubicBezTo>
                  <a:cubicBezTo>
                    <a:pt x="10" y="1822"/>
                    <a:pt x="38" y="1840"/>
                    <a:pt x="66" y="1850"/>
                  </a:cubicBezTo>
                  <a:cubicBezTo>
                    <a:pt x="846" y="2156"/>
                    <a:pt x="1301" y="2806"/>
                    <a:pt x="1636" y="3420"/>
                  </a:cubicBezTo>
                  <a:cubicBezTo>
                    <a:pt x="1654" y="3457"/>
                    <a:pt x="1682" y="3485"/>
                    <a:pt x="1729" y="3485"/>
                  </a:cubicBezTo>
                  <a:cubicBezTo>
                    <a:pt x="1766" y="3485"/>
                    <a:pt x="1803" y="3457"/>
                    <a:pt x="1822" y="3420"/>
                  </a:cubicBezTo>
                  <a:cubicBezTo>
                    <a:pt x="2156" y="2806"/>
                    <a:pt x="2611" y="2147"/>
                    <a:pt x="3382" y="1850"/>
                  </a:cubicBezTo>
                  <a:cubicBezTo>
                    <a:pt x="3410" y="1840"/>
                    <a:pt x="3438" y="1822"/>
                    <a:pt x="3457" y="1794"/>
                  </a:cubicBezTo>
                  <a:cubicBezTo>
                    <a:pt x="3457" y="1791"/>
                    <a:pt x="3457" y="1789"/>
                    <a:pt x="3457" y="1785"/>
                  </a:cubicBezTo>
                  <a:lnTo>
                    <a:pt x="3457" y="1775"/>
                  </a:lnTo>
                  <a:cubicBezTo>
                    <a:pt x="3457" y="1757"/>
                    <a:pt x="3457" y="1738"/>
                    <a:pt x="3457" y="1719"/>
                  </a:cubicBezTo>
                  <a:lnTo>
                    <a:pt x="3457" y="1710"/>
                  </a:lnTo>
                  <a:cubicBezTo>
                    <a:pt x="3457" y="1707"/>
                    <a:pt x="3457" y="1704"/>
                    <a:pt x="3457" y="1701"/>
                  </a:cubicBezTo>
                  <a:cubicBezTo>
                    <a:pt x="3438" y="1673"/>
                    <a:pt x="3410" y="1654"/>
                    <a:pt x="3382" y="1636"/>
                  </a:cubicBezTo>
                  <a:cubicBezTo>
                    <a:pt x="2611" y="1339"/>
                    <a:pt x="2156" y="688"/>
                    <a:pt x="1822" y="66"/>
                  </a:cubicBezTo>
                  <a:cubicBezTo>
                    <a:pt x="1803" y="38"/>
                    <a:pt x="1766" y="10"/>
                    <a:pt x="1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623054" y="1614513"/>
            <a:ext cx="567141" cy="617767"/>
            <a:chOff x="713224" y="2571739"/>
            <a:chExt cx="567141" cy="617767"/>
          </a:xfrm>
        </p:grpSpPr>
        <p:sp>
          <p:nvSpPr>
            <p:cNvPr id="615" name="Google Shape;615;p43"/>
            <p:cNvSpPr/>
            <p:nvPr/>
          </p:nvSpPr>
          <p:spPr>
            <a:xfrm>
              <a:off x="1095425" y="3009936"/>
              <a:ext cx="173279" cy="179570"/>
            </a:xfrm>
            <a:custGeom>
              <a:avLst/>
              <a:gdLst/>
              <a:ahLst/>
              <a:cxnLst/>
              <a:rect l="l" t="t" r="r" b="b"/>
              <a:pathLst>
                <a:path w="3476" h="3476" extrusionOk="0">
                  <a:moveTo>
                    <a:pt x="1738" y="1"/>
                  </a:moveTo>
                  <a:cubicBezTo>
                    <a:pt x="1487" y="1"/>
                    <a:pt x="1283" y="205"/>
                    <a:pt x="1283" y="456"/>
                  </a:cubicBezTo>
                  <a:lnTo>
                    <a:pt x="1283" y="1051"/>
                  </a:lnTo>
                  <a:cubicBezTo>
                    <a:pt x="1283" y="1172"/>
                    <a:pt x="1171" y="1283"/>
                    <a:pt x="1050" y="1283"/>
                  </a:cubicBezTo>
                  <a:lnTo>
                    <a:pt x="456" y="1283"/>
                  </a:lnTo>
                  <a:cubicBezTo>
                    <a:pt x="205" y="1283"/>
                    <a:pt x="1" y="1487"/>
                    <a:pt x="1" y="1738"/>
                  </a:cubicBezTo>
                  <a:cubicBezTo>
                    <a:pt x="1" y="1989"/>
                    <a:pt x="205" y="2194"/>
                    <a:pt x="456" y="2194"/>
                  </a:cubicBezTo>
                  <a:lnTo>
                    <a:pt x="1050" y="2194"/>
                  </a:lnTo>
                  <a:cubicBezTo>
                    <a:pt x="1171" y="2194"/>
                    <a:pt x="1283" y="2296"/>
                    <a:pt x="1283" y="2426"/>
                  </a:cubicBezTo>
                  <a:lnTo>
                    <a:pt x="1283" y="3020"/>
                  </a:lnTo>
                  <a:cubicBezTo>
                    <a:pt x="1283" y="3271"/>
                    <a:pt x="1487" y="3476"/>
                    <a:pt x="1738" y="3476"/>
                  </a:cubicBezTo>
                  <a:cubicBezTo>
                    <a:pt x="1989" y="3476"/>
                    <a:pt x="2193" y="3271"/>
                    <a:pt x="2193" y="3020"/>
                  </a:cubicBezTo>
                  <a:lnTo>
                    <a:pt x="2193" y="2426"/>
                  </a:lnTo>
                  <a:cubicBezTo>
                    <a:pt x="2193" y="2296"/>
                    <a:pt x="2295" y="2194"/>
                    <a:pt x="2426" y="2194"/>
                  </a:cubicBezTo>
                  <a:lnTo>
                    <a:pt x="3020" y="2194"/>
                  </a:lnTo>
                  <a:cubicBezTo>
                    <a:pt x="3271" y="2194"/>
                    <a:pt x="3475" y="1989"/>
                    <a:pt x="3475" y="1738"/>
                  </a:cubicBezTo>
                  <a:cubicBezTo>
                    <a:pt x="3475" y="1487"/>
                    <a:pt x="3271" y="1283"/>
                    <a:pt x="3020" y="1283"/>
                  </a:cubicBezTo>
                  <a:lnTo>
                    <a:pt x="2426" y="1283"/>
                  </a:lnTo>
                  <a:cubicBezTo>
                    <a:pt x="2295" y="1283"/>
                    <a:pt x="2193" y="1172"/>
                    <a:pt x="2193" y="1051"/>
                  </a:cubicBezTo>
                  <a:lnTo>
                    <a:pt x="2193" y="456"/>
                  </a:lnTo>
                  <a:cubicBezTo>
                    <a:pt x="2193" y="205"/>
                    <a:pt x="1989" y="1"/>
                    <a:pt x="17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3"/>
            <p:cNvSpPr/>
            <p:nvPr/>
          </p:nvSpPr>
          <p:spPr>
            <a:xfrm rot="1800110">
              <a:off x="1056829" y="2607512"/>
              <a:ext cx="191333" cy="180090"/>
            </a:xfrm>
            <a:custGeom>
              <a:avLst/>
              <a:gdLst/>
              <a:ahLst/>
              <a:cxnLst/>
              <a:rect l="l" t="t" r="r" b="b"/>
              <a:pathLst>
                <a:path w="3838" h="3486" extrusionOk="0">
                  <a:moveTo>
                    <a:pt x="1915" y="1"/>
                  </a:moveTo>
                  <a:cubicBezTo>
                    <a:pt x="1805" y="1"/>
                    <a:pt x="1696" y="63"/>
                    <a:pt x="1655" y="189"/>
                  </a:cubicBezTo>
                  <a:lnTo>
                    <a:pt x="1413" y="932"/>
                  </a:lnTo>
                  <a:cubicBezTo>
                    <a:pt x="1376" y="1044"/>
                    <a:pt x="1274" y="1118"/>
                    <a:pt x="1153" y="1118"/>
                  </a:cubicBezTo>
                  <a:lnTo>
                    <a:pt x="372" y="1118"/>
                  </a:lnTo>
                  <a:cubicBezTo>
                    <a:pt x="112" y="1118"/>
                    <a:pt x="1" y="1462"/>
                    <a:pt x="214" y="1610"/>
                  </a:cubicBezTo>
                  <a:lnTo>
                    <a:pt x="846" y="2075"/>
                  </a:lnTo>
                  <a:cubicBezTo>
                    <a:pt x="939" y="2149"/>
                    <a:pt x="986" y="2270"/>
                    <a:pt x="948" y="2381"/>
                  </a:cubicBezTo>
                  <a:lnTo>
                    <a:pt x="707" y="3125"/>
                  </a:lnTo>
                  <a:cubicBezTo>
                    <a:pt x="643" y="3316"/>
                    <a:pt x="795" y="3485"/>
                    <a:pt x="966" y="3485"/>
                  </a:cubicBezTo>
                  <a:cubicBezTo>
                    <a:pt x="1019" y="3485"/>
                    <a:pt x="1074" y="3469"/>
                    <a:pt x="1125" y="3431"/>
                  </a:cubicBezTo>
                  <a:lnTo>
                    <a:pt x="1757" y="2967"/>
                  </a:lnTo>
                  <a:cubicBezTo>
                    <a:pt x="1803" y="2934"/>
                    <a:pt x="1859" y="2918"/>
                    <a:pt x="1916" y="2918"/>
                  </a:cubicBezTo>
                  <a:cubicBezTo>
                    <a:pt x="1973" y="2918"/>
                    <a:pt x="2031" y="2934"/>
                    <a:pt x="2082" y="2967"/>
                  </a:cubicBezTo>
                  <a:lnTo>
                    <a:pt x="2714" y="3431"/>
                  </a:lnTo>
                  <a:cubicBezTo>
                    <a:pt x="2765" y="3469"/>
                    <a:pt x="2820" y="3485"/>
                    <a:pt x="2873" y="3485"/>
                  </a:cubicBezTo>
                  <a:cubicBezTo>
                    <a:pt x="3043" y="3485"/>
                    <a:pt x="3195" y="3316"/>
                    <a:pt x="3132" y="3125"/>
                  </a:cubicBezTo>
                  <a:lnTo>
                    <a:pt x="2890" y="2381"/>
                  </a:lnTo>
                  <a:cubicBezTo>
                    <a:pt x="2853" y="2270"/>
                    <a:pt x="2890" y="2149"/>
                    <a:pt x="2992" y="2075"/>
                  </a:cubicBezTo>
                  <a:lnTo>
                    <a:pt x="3624" y="1610"/>
                  </a:lnTo>
                  <a:cubicBezTo>
                    <a:pt x="3838" y="1452"/>
                    <a:pt x="3726" y="1118"/>
                    <a:pt x="3457" y="1118"/>
                  </a:cubicBezTo>
                  <a:lnTo>
                    <a:pt x="2677" y="1118"/>
                  </a:lnTo>
                  <a:cubicBezTo>
                    <a:pt x="2556" y="1118"/>
                    <a:pt x="2454" y="1044"/>
                    <a:pt x="2416" y="932"/>
                  </a:cubicBezTo>
                  <a:lnTo>
                    <a:pt x="2175" y="189"/>
                  </a:lnTo>
                  <a:cubicBezTo>
                    <a:pt x="2133" y="63"/>
                    <a:pt x="2024" y="1"/>
                    <a:pt x="1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3"/>
            <p:cNvSpPr/>
            <p:nvPr/>
          </p:nvSpPr>
          <p:spPr>
            <a:xfrm>
              <a:off x="713224" y="2982900"/>
              <a:ext cx="176400" cy="183000"/>
            </a:xfrm>
            <a:prstGeom prst="donut">
              <a:avLst>
                <a:gd name="adj" fmla="val 2252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Picture 18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17" y="412661"/>
            <a:ext cx="899979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210" y="383204"/>
            <a:ext cx="877763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3" name="Google Shape;603;p43"/>
          <p:cNvSpPr txBox="1">
            <a:spLocks noGrp="1"/>
          </p:cNvSpPr>
          <p:nvPr>
            <p:ph type="subTitle" idx="2"/>
          </p:nvPr>
        </p:nvSpPr>
        <p:spPr>
          <a:xfrm>
            <a:off x="1110706" y="1352550"/>
            <a:ext cx="6644431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Mapping: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analyse how each OSI layer relates to the SDN control, data, and application planes.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Control-Data Separation: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SDN decouples control logic (Layer 3 and above) from data forwarding (Layers 1-2).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Role: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examine how protocols such as OpenFlow operate across OSI layers to enable centralized network control.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Impact: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how OSI-based understanding improves SDN network design, troubleshooting, and management.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04" name="Google Shape;604;p43"/>
          <p:cNvGrpSpPr/>
          <p:nvPr/>
        </p:nvGrpSpPr>
        <p:grpSpPr>
          <a:xfrm rot="1200044">
            <a:off x="7998077" y="1992738"/>
            <a:ext cx="731457" cy="606900"/>
            <a:chOff x="575787" y="2342429"/>
            <a:chExt cx="731525" cy="606957"/>
          </a:xfrm>
        </p:grpSpPr>
        <p:sp>
          <p:nvSpPr>
            <p:cNvPr id="605" name="Google Shape;605;p43"/>
            <p:cNvSpPr/>
            <p:nvPr/>
          </p:nvSpPr>
          <p:spPr>
            <a:xfrm>
              <a:off x="576136" y="2342429"/>
              <a:ext cx="730828" cy="606957"/>
            </a:xfrm>
            <a:custGeom>
              <a:avLst/>
              <a:gdLst/>
              <a:ahLst/>
              <a:cxnLst/>
              <a:rect l="l" t="t" r="r" b="b"/>
              <a:pathLst>
                <a:path w="14676" h="12172" extrusionOk="0">
                  <a:moveTo>
                    <a:pt x="7341" y="0"/>
                  </a:moveTo>
                  <a:cubicBezTo>
                    <a:pt x="7034" y="0"/>
                    <a:pt x="6725" y="149"/>
                    <a:pt x="6539" y="446"/>
                  </a:cubicBezTo>
                  <a:lnTo>
                    <a:pt x="583" y="10035"/>
                  </a:lnTo>
                  <a:cubicBezTo>
                    <a:pt x="0" y="10969"/>
                    <a:pt x="662" y="12171"/>
                    <a:pt x="1760" y="12171"/>
                  </a:cubicBezTo>
                  <a:cubicBezTo>
                    <a:pt x="1764" y="12171"/>
                    <a:pt x="1768" y="12171"/>
                    <a:pt x="1773" y="12171"/>
                  </a:cubicBezTo>
                  <a:lnTo>
                    <a:pt x="12903" y="12171"/>
                  </a:lnTo>
                  <a:cubicBezTo>
                    <a:pt x="12907" y="12171"/>
                    <a:pt x="12912" y="12171"/>
                    <a:pt x="12916" y="12171"/>
                  </a:cubicBezTo>
                  <a:cubicBezTo>
                    <a:pt x="14014" y="12171"/>
                    <a:pt x="14676" y="10969"/>
                    <a:pt x="14092" y="10035"/>
                  </a:cubicBezTo>
                  <a:lnTo>
                    <a:pt x="8137" y="446"/>
                  </a:lnTo>
                  <a:cubicBezTo>
                    <a:pt x="7956" y="149"/>
                    <a:pt x="7649" y="0"/>
                    <a:pt x="7341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6" name="Google Shape;606;p43"/>
            <p:cNvGrpSpPr/>
            <p:nvPr/>
          </p:nvGrpSpPr>
          <p:grpSpPr>
            <a:xfrm>
              <a:off x="575787" y="2342429"/>
              <a:ext cx="731525" cy="606957"/>
              <a:chOff x="857125" y="2195550"/>
              <a:chExt cx="367250" cy="304300"/>
            </a:xfrm>
          </p:grpSpPr>
          <p:sp>
            <p:nvSpPr>
              <p:cNvPr id="607" name="Google Shape;607;p43"/>
              <p:cNvSpPr/>
              <p:nvPr/>
            </p:nvSpPr>
            <p:spPr>
              <a:xfrm>
                <a:off x="857125" y="2195550"/>
                <a:ext cx="367250" cy="304300"/>
              </a:xfrm>
              <a:custGeom>
                <a:avLst/>
                <a:gdLst/>
                <a:ahLst/>
                <a:cxnLst/>
                <a:rect l="l" t="t" r="r" b="b"/>
                <a:pathLst>
                  <a:path w="14690" h="12172" extrusionOk="0">
                    <a:moveTo>
                      <a:pt x="7345" y="1"/>
                    </a:moveTo>
                    <a:cubicBezTo>
                      <a:pt x="7036" y="1"/>
                      <a:pt x="6727" y="149"/>
                      <a:pt x="6541" y="447"/>
                    </a:cubicBezTo>
                    <a:lnTo>
                      <a:pt x="585" y="10035"/>
                    </a:lnTo>
                    <a:cubicBezTo>
                      <a:pt x="0" y="10964"/>
                      <a:pt x="678" y="12172"/>
                      <a:pt x="1775" y="12172"/>
                    </a:cubicBezTo>
                    <a:lnTo>
                      <a:pt x="12914" y="12172"/>
                    </a:lnTo>
                    <a:cubicBezTo>
                      <a:pt x="14011" y="12172"/>
                      <a:pt x="14689" y="10964"/>
                      <a:pt x="14104" y="10035"/>
                    </a:cubicBezTo>
                    <a:lnTo>
                      <a:pt x="8148" y="447"/>
                    </a:lnTo>
                    <a:cubicBezTo>
                      <a:pt x="7962" y="149"/>
                      <a:pt x="7654" y="1"/>
                      <a:pt x="73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3"/>
              <p:cNvSpPr/>
              <p:nvPr/>
            </p:nvSpPr>
            <p:spPr>
              <a:xfrm>
                <a:off x="884525" y="2216525"/>
                <a:ext cx="312425" cy="269175"/>
              </a:xfrm>
              <a:custGeom>
                <a:avLst/>
                <a:gdLst/>
                <a:ahLst/>
                <a:cxnLst/>
                <a:rect l="l" t="t" r="r" b="b"/>
                <a:pathLst>
                  <a:path w="12497" h="10767" extrusionOk="0">
                    <a:moveTo>
                      <a:pt x="6253" y="593"/>
                    </a:moveTo>
                    <a:cubicBezTo>
                      <a:pt x="6346" y="593"/>
                      <a:pt x="6430" y="648"/>
                      <a:pt x="6476" y="732"/>
                    </a:cubicBezTo>
                    <a:lnTo>
                      <a:pt x="11818" y="9707"/>
                    </a:lnTo>
                    <a:cubicBezTo>
                      <a:pt x="11874" y="9800"/>
                      <a:pt x="11874" y="9930"/>
                      <a:pt x="11818" y="10032"/>
                    </a:cubicBezTo>
                    <a:cubicBezTo>
                      <a:pt x="11772" y="10116"/>
                      <a:pt x="11679" y="10171"/>
                      <a:pt x="11586" y="10171"/>
                    </a:cubicBezTo>
                    <a:lnTo>
                      <a:pt x="911" y="10171"/>
                    </a:lnTo>
                    <a:cubicBezTo>
                      <a:pt x="818" y="10171"/>
                      <a:pt x="725" y="10116"/>
                      <a:pt x="679" y="10032"/>
                    </a:cubicBezTo>
                    <a:cubicBezTo>
                      <a:pt x="623" y="9930"/>
                      <a:pt x="623" y="9800"/>
                      <a:pt x="679" y="9707"/>
                    </a:cubicBezTo>
                    <a:lnTo>
                      <a:pt x="6021" y="732"/>
                    </a:lnTo>
                    <a:cubicBezTo>
                      <a:pt x="6067" y="648"/>
                      <a:pt x="6151" y="593"/>
                      <a:pt x="6253" y="593"/>
                    </a:cubicBezTo>
                    <a:close/>
                    <a:moveTo>
                      <a:pt x="6249" y="0"/>
                    </a:moveTo>
                    <a:cubicBezTo>
                      <a:pt x="5958" y="0"/>
                      <a:pt x="5668" y="142"/>
                      <a:pt x="5501" y="425"/>
                    </a:cubicBezTo>
                    <a:lnTo>
                      <a:pt x="168" y="9400"/>
                    </a:lnTo>
                    <a:cubicBezTo>
                      <a:pt x="0" y="9688"/>
                      <a:pt x="0" y="10032"/>
                      <a:pt x="158" y="10320"/>
                    </a:cubicBezTo>
                    <a:cubicBezTo>
                      <a:pt x="316" y="10599"/>
                      <a:pt x="604" y="10766"/>
                      <a:pt x="911" y="10766"/>
                    </a:cubicBezTo>
                    <a:lnTo>
                      <a:pt x="11586" y="10766"/>
                    </a:lnTo>
                    <a:cubicBezTo>
                      <a:pt x="11893" y="10766"/>
                      <a:pt x="12181" y="10599"/>
                      <a:pt x="12339" y="10320"/>
                    </a:cubicBezTo>
                    <a:cubicBezTo>
                      <a:pt x="12497" y="10032"/>
                      <a:pt x="12497" y="9688"/>
                      <a:pt x="12329" y="9400"/>
                    </a:cubicBezTo>
                    <a:lnTo>
                      <a:pt x="6997" y="425"/>
                    </a:lnTo>
                    <a:cubicBezTo>
                      <a:pt x="6829" y="142"/>
                      <a:pt x="6539" y="0"/>
                      <a:pt x="62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43"/>
              <p:cNvSpPr/>
              <p:nvPr/>
            </p:nvSpPr>
            <p:spPr>
              <a:xfrm>
                <a:off x="1022725" y="2274075"/>
                <a:ext cx="3602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5018" extrusionOk="0">
                    <a:moveTo>
                      <a:pt x="725" y="0"/>
                    </a:moveTo>
                    <a:cubicBezTo>
                      <a:pt x="326" y="0"/>
                      <a:pt x="1" y="316"/>
                      <a:pt x="1" y="715"/>
                    </a:cubicBezTo>
                    <a:lnTo>
                      <a:pt x="1" y="4292"/>
                    </a:lnTo>
                    <a:cubicBezTo>
                      <a:pt x="1" y="4692"/>
                      <a:pt x="326" y="5017"/>
                      <a:pt x="725" y="5017"/>
                    </a:cubicBezTo>
                    <a:cubicBezTo>
                      <a:pt x="1115" y="5017"/>
                      <a:pt x="1441" y="4692"/>
                      <a:pt x="1441" y="4292"/>
                    </a:cubicBezTo>
                    <a:lnTo>
                      <a:pt x="1441" y="715"/>
                    </a:lnTo>
                    <a:cubicBezTo>
                      <a:pt x="1441" y="316"/>
                      <a:pt x="1115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43"/>
              <p:cNvSpPr/>
              <p:nvPr/>
            </p:nvSpPr>
            <p:spPr>
              <a:xfrm>
                <a:off x="1022725" y="2409475"/>
                <a:ext cx="36025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757" extrusionOk="0">
                    <a:moveTo>
                      <a:pt x="725" y="1"/>
                    </a:moveTo>
                    <a:cubicBezTo>
                      <a:pt x="326" y="1"/>
                      <a:pt x="1" y="326"/>
                      <a:pt x="1" y="725"/>
                    </a:cubicBezTo>
                    <a:lnTo>
                      <a:pt x="1" y="1041"/>
                    </a:lnTo>
                    <a:cubicBezTo>
                      <a:pt x="1" y="1431"/>
                      <a:pt x="326" y="1757"/>
                      <a:pt x="725" y="1757"/>
                    </a:cubicBezTo>
                    <a:cubicBezTo>
                      <a:pt x="1115" y="1757"/>
                      <a:pt x="1441" y="1431"/>
                      <a:pt x="1441" y="1041"/>
                    </a:cubicBezTo>
                    <a:lnTo>
                      <a:pt x="1441" y="725"/>
                    </a:lnTo>
                    <a:cubicBezTo>
                      <a:pt x="1441" y="326"/>
                      <a:pt x="1115" y="1"/>
                      <a:pt x="7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611;p43"/>
          <p:cNvGrpSpPr/>
          <p:nvPr/>
        </p:nvGrpSpPr>
        <p:grpSpPr>
          <a:xfrm>
            <a:off x="672945" y="3333750"/>
            <a:ext cx="406012" cy="421031"/>
            <a:chOff x="8024709" y="2982890"/>
            <a:chExt cx="406012" cy="421031"/>
          </a:xfrm>
        </p:grpSpPr>
        <p:sp>
          <p:nvSpPr>
            <p:cNvPr id="612" name="Google Shape;612;p43"/>
            <p:cNvSpPr/>
            <p:nvPr/>
          </p:nvSpPr>
          <p:spPr>
            <a:xfrm>
              <a:off x="8024709" y="2982889"/>
              <a:ext cx="140826" cy="141290"/>
            </a:xfrm>
            <a:custGeom>
              <a:avLst/>
              <a:gdLst/>
              <a:ahLst/>
              <a:cxnLst/>
              <a:rect l="l" t="t" r="r" b="b"/>
              <a:pathLst>
                <a:path w="2825" h="2735" extrusionOk="0">
                  <a:moveTo>
                    <a:pt x="507" y="0"/>
                  </a:moveTo>
                  <a:cubicBezTo>
                    <a:pt x="391" y="0"/>
                    <a:pt x="274" y="44"/>
                    <a:pt x="186" y="133"/>
                  </a:cubicBezTo>
                  <a:cubicBezTo>
                    <a:pt x="0" y="309"/>
                    <a:pt x="0" y="606"/>
                    <a:pt x="186" y="783"/>
                  </a:cubicBezTo>
                  <a:lnTo>
                    <a:pt x="604" y="1201"/>
                  </a:lnTo>
                  <a:cubicBezTo>
                    <a:pt x="697" y="1294"/>
                    <a:pt x="697" y="1443"/>
                    <a:pt x="604" y="1536"/>
                  </a:cubicBezTo>
                  <a:lnTo>
                    <a:pt x="186" y="1954"/>
                  </a:lnTo>
                  <a:cubicBezTo>
                    <a:pt x="0" y="2130"/>
                    <a:pt x="0" y="2418"/>
                    <a:pt x="186" y="2595"/>
                  </a:cubicBezTo>
                  <a:cubicBezTo>
                    <a:pt x="274" y="2688"/>
                    <a:pt x="391" y="2734"/>
                    <a:pt x="507" y="2734"/>
                  </a:cubicBezTo>
                  <a:cubicBezTo>
                    <a:pt x="623" y="2734"/>
                    <a:pt x="739" y="2688"/>
                    <a:pt x="827" y="2595"/>
                  </a:cubicBezTo>
                  <a:lnTo>
                    <a:pt x="1245" y="2177"/>
                  </a:lnTo>
                  <a:cubicBezTo>
                    <a:pt x="1292" y="2130"/>
                    <a:pt x="1352" y="2107"/>
                    <a:pt x="1413" y="2107"/>
                  </a:cubicBezTo>
                  <a:cubicBezTo>
                    <a:pt x="1473" y="2107"/>
                    <a:pt x="1533" y="2130"/>
                    <a:pt x="1580" y="2177"/>
                  </a:cubicBezTo>
                  <a:lnTo>
                    <a:pt x="1998" y="2595"/>
                  </a:lnTo>
                  <a:cubicBezTo>
                    <a:pt x="2091" y="2688"/>
                    <a:pt x="2209" y="2734"/>
                    <a:pt x="2327" y="2734"/>
                  </a:cubicBezTo>
                  <a:cubicBezTo>
                    <a:pt x="2444" y="2734"/>
                    <a:pt x="2560" y="2688"/>
                    <a:pt x="2648" y="2595"/>
                  </a:cubicBezTo>
                  <a:cubicBezTo>
                    <a:pt x="2825" y="2418"/>
                    <a:pt x="2825" y="2130"/>
                    <a:pt x="2648" y="1954"/>
                  </a:cubicBezTo>
                  <a:lnTo>
                    <a:pt x="2230" y="1536"/>
                  </a:lnTo>
                  <a:cubicBezTo>
                    <a:pt x="2137" y="1443"/>
                    <a:pt x="2137" y="1294"/>
                    <a:pt x="2230" y="1201"/>
                  </a:cubicBezTo>
                  <a:lnTo>
                    <a:pt x="2648" y="783"/>
                  </a:lnTo>
                  <a:cubicBezTo>
                    <a:pt x="2825" y="606"/>
                    <a:pt x="2825" y="309"/>
                    <a:pt x="2648" y="133"/>
                  </a:cubicBezTo>
                  <a:cubicBezTo>
                    <a:pt x="2560" y="44"/>
                    <a:pt x="2444" y="0"/>
                    <a:pt x="2327" y="0"/>
                  </a:cubicBezTo>
                  <a:cubicBezTo>
                    <a:pt x="2209" y="0"/>
                    <a:pt x="2091" y="44"/>
                    <a:pt x="1998" y="133"/>
                  </a:cubicBezTo>
                  <a:lnTo>
                    <a:pt x="1580" y="551"/>
                  </a:lnTo>
                  <a:cubicBezTo>
                    <a:pt x="1533" y="597"/>
                    <a:pt x="1473" y="620"/>
                    <a:pt x="1413" y="620"/>
                  </a:cubicBezTo>
                  <a:cubicBezTo>
                    <a:pt x="1352" y="620"/>
                    <a:pt x="1292" y="597"/>
                    <a:pt x="1245" y="551"/>
                  </a:cubicBezTo>
                  <a:lnTo>
                    <a:pt x="827" y="133"/>
                  </a:lnTo>
                  <a:cubicBezTo>
                    <a:pt x="739" y="44"/>
                    <a:pt x="623" y="0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3"/>
            <p:cNvSpPr/>
            <p:nvPr/>
          </p:nvSpPr>
          <p:spPr>
            <a:xfrm>
              <a:off x="8258389" y="3223885"/>
              <a:ext cx="172331" cy="180035"/>
            </a:xfrm>
            <a:custGeom>
              <a:avLst/>
              <a:gdLst/>
              <a:ahLst/>
              <a:cxnLst/>
              <a:rect l="l" t="t" r="r" b="b"/>
              <a:pathLst>
                <a:path w="3457" h="3485" extrusionOk="0">
                  <a:moveTo>
                    <a:pt x="1729" y="1"/>
                  </a:moveTo>
                  <a:cubicBezTo>
                    <a:pt x="1682" y="10"/>
                    <a:pt x="1654" y="38"/>
                    <a:pt x="1636" y="66"/>
                  </a:cubicBezTo>
                  <a:cubicBezTo>
                    <a:pt x="1301" y="688"/>
                    <a:pt x="846" y="1339"/>
                    <a:pt x="66" y="1636"/>
                  </a:cubicBezTo>
                  <a:cubicBezTo>
                    <a:pt x="38" y="1654"/>
                    <a:pt x="10" y="1673"/>
                    <a:pt x="1" y="1701"/>
                  </a:cubicBezTo>
                  <a:cubicBezTo>
                    <a:pt x="1" y="1704"/>
                    <a:pt x="1" y="1707"/>
                    <a:pt x="1" y="1710"/>
                  </a:cubicBezTo>
                  <a:lnTo>
                    <a:pt x="1" y="1719"/>
                  </a:lnTo>
                  <a:cubicBezTo>
                    <a:pt x="1" y="1729"/>
                    <a:pt x="1" y="1738"/>
                    <a:pt x="1" y="1747"/>
                  </a:cubicBezTo>
                  <a:cubicBezTo>
                    <a:pt x="1" y="1757"/>
                    <a:pt x="1" y="1766"/>
                    <a:pt x="1" y="1775"/>
                  </a:cubicBezTo>
                  <a:lnTo>
                    <a:pt x="1" y="1785"/>
                  </a:lnTo>
                  <a:cubicBezTo>
                    <a:pt x="1" y="1789"/>
                    <a:pt x="1" y="1791"/>
                    <a:pt x="1" y="1794"/>
                  </a:cubicBezTo>
                  <a:cubicBezTo>
                    <a:pt x="10" y="1822"/>
                    <a:pt x="38" y="1840"/>
                    <a:pt x="66" y="1850"/>
                  </a:cubicBezTo>
                  <a:cubicBezTo>
                    <a:pt x="846" y="2156"/>
                    <a:pt x="1301" y="2806"/>
                    <a:pt x="1636" y="3420"/>
                  </a:cubicBezTo>
                  <a:cubicBezTo>
                    <a:pt x="1654" y="3457"/>
                    <a:pt x="1682" y="3485"/>
                    <a:pt x="1729" y="3485"/>
                  </a:cubicBezTo>
                  <a:cubicBezTo>
                    <a:pt x="1766" y="3485"/>
                    <a:pt x="1803" y="3457"/>
                    <a:pt x="1822" y="3420"/>
                  </a:cubicBezTo>
                  <a:cubicBezTo>
                    <a:pt x="2156" y="2806"/>
                    <a:pt x="2611" y="2147"/>
                    <a:pt x="3382" y="1850"/>
                  </a:cubicBezTo>
                  <a:cubicBezTo>
                    <a:pt x="3410" y="1840"/>
                    <a:pt x="3438" y="1822"/>
                    <a:pt x="3457" y="1794"/>
                  </a:cubicBezTo>
                  <a:cubicBezTo>
                    <a:pt x="3457" y="1791"/>
                    <a:pt x="3457" y="1789"/>
                    <a:pt x="3457" y="1785"/>
                  </a:cubicBezTo>
                  <a:lnTo>
                    <a:pt x="3457" y="1775"/>
                  </a:lnTo>
                  <a:cubicBezTo>
                    <a:pt x="3457" y="1757"/>
                    <a:pt x="3457" y="1738"/>
                    <a:pt x="3457" y="1719"/>
                  </a:cubicBezTo>
                  <a:lnTo>
                    <a:pt x="3457" y="1710"/>
                  </a:lnTo>
                  <a:cubicBezTo>
                    <a:pt x="3457" y="1707"/>
                    <a:pt x="3457" y="1704"/>
                    <a:pt x="3457" y="1701"/>
                  </a:cubicBezTo>
                  <a:cubicBezTo>
                    <a:pt x="3438" y="1673"/>
                    <a:pt x="3410" y="1654"/>
                    <a:pt x="3382" y="1636"/>
                  </a:cubicBezTo>
                  <a:cubicBezTo>
                    <a:pt x="2611" y="1339"/>
                    <a:pt x="2156" y="688"/>
                    <a:pt x="1822" y="66"/>
                  </a:cubicBezTo>
                  <a:cubicBezTo>
                    <a:pt x="1803" y="38"/>
                    <a:pt x="1766" y="10"/>
                    <a:pt x="1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623054" y="1614513"/>
            <a:ext cx="567141" cy="617767"/>
            <a:chOff x="713224" y="2571739"/>
            <a:chExt cx="567141" cy="617767"/>
          </a:xfrm>
        </p:grpSpPr>
        <p:sp>
          <p:nvSpPr>
            <p:cNvPr id="615" name="Google Shape;615;p43"/>
            <p:cNvSpPr/>
            <p:nvPr/>
          </p:nvSpPr>
          <p:spPr>
            <a:xfrm>
              <a:off x="1095425" y="3009936"/>
              <a:ext cx="173279" cy="179570"/>
            </a:xfrm>
            <a:custGeom>
              <a:avLst/>
              <a:gdLst/>
              <a:ahLst/>
              <a:cxnLst/>
              <a:rect l="l" t="t" r="r" b="b"/>
              <a:pathLst>
                <a:path w="3476" h="3476" extrusionOk="0">
                  <a:moveTo>
                    <a:pt x="1738" y="1"/>
                  </a:moveTo>
                  <a:cubicBezTo>
                    <a:pt x="1487" y="1"/>
                    <a:pt x="1283" y="205"/>
                    <a:pt x="1283" y="456"/>
                  </a:cubicBezTo>
                  <a:lnTo>
                    <a:pt x="1283" y="1051"/>
                  </a:lnTo>
                  <a:cubicBezTo>
                    <a:pt x="1283" y="1172"/>
                    <a:pt x="1171" y="1283"/>
                    <a:pt x="1050" y="1283"/>
                  </a:cubicBezTo>
                  <a:lnTo>
                    <a:pt x="456" y="1283"/>
                  </a:lnTo>
                  <a:cubicBezTo>
                    <a:pt x="205" y="1283"/>
                    <a:pt x="1" y="1487"/>
                    <a:pt x="1" y="1738"/>
                  </a:cubicBezTo>
                  <a:cubicBezTo>
                    <a:pt x="1" y="1989"/>
                    <a:pt x="205" y="2194"/>
                    <a:pt x="456" y="2194"/>
                  </a:cubicBezTo>
                  <a:lnTo>
                    <a:pt x="1050" y="2194"/>
                  </a:lnTo>
                  <a:cubicBezTo>
                    <a:pt x="1171" y="2194"/>
                    <a:pt x="1283" y="2296"/>
                    <a:pt x="1283" y="2426"/>
                  </a:cubicBezTo>
                  <a:lnTo>
                    <a:pt x="1283" y="3020"/>
                  </a:lnTo>
                  <a:cubicBezTo>
                    <a:pt x="1283" y="3271"/>
                    <a:pt x="1487" y="3476"/>
                    <a:pt x="1738" y="3476"/>
                  </a:cubicBezTo>
                  <a:cubicBezTo>
                    <a:pt x="1989" y="3476"/>
                    <a:pt x="2193" y="3271"/>
                    <a:pt x="2193" y="3020"/>
                  </a:cubicBezTo>
                  <a:lnTo>
                    <a:pt x="2193" y="2426"/>
                  </a:lnTo>
                  <a:cubicBezTo>
                    <a:pt x="2193" y="2296"/>
                    <a:pt x="2295" y="2194"/>
                    <a:pt x="2426" y="2194"/>
                  </a:cubicBezTo>
                  <a:lnTo>
                    <a:pt x="3020" y="2194"/>
                  </a:lnTo>
                  <a:cubicBezTo>
                    <a:pt x="3271" y="2194"/>
                    <a:pt x="3475" y="1989"/>
                    <a:pt x="3475" y="1738"/>
                  </a:cubicBezTo>
                  <a:cubicBezTo>
                    <a:pt x="3475" y="1487"/>
                    <a:pt x="3271" y="1283"/>
                    <a:pt x="3020" y="1283"/>
                  </a:cubicBezTo>
                  <a:lnTo>
                    <a:pt x="2426" y="1283"/>
                  </a:lnTo>
                  <a:cubicBezTo>
                    <a:pt x="2295" y="1283"/>
                    <a:pt x="2193" y="1172"/>
                    <a:pt x="2193" y="1051"/>
                  </a:cubicBezTo>
                  <a:lnTo>
                    <a:pt x="2193" y="456"/>
                  </a:lnTo>
                  <a:cubicBezTo>
                    <a:pt x="2193" y="205"/>
                    <a:pt x="1989" y="1"/>
                    <a:pt x="17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3"/>
            <p:cNvSpPr/>
            <p:nvPr/>
          </p:nvSpPr>
          <p:spPr>
            <a:xfrm rot="1800110">
              <a:off x="1056829" y="2607512"/>
              <a:ext cx="191333" cy="180090"/>
            </a:xfrm>
            <a:custGeom>
              <a:avLst/>
              <a:gdLst/>
              <a:ahLst/>
              <a:cxnLst/>
              <a:rect l="l" t="t" r="r" b="b"/>
              <a:pathLst>
                <a:path w="3838" h="3486" extrusionOk="0">
                  <a:moveTo>
                    <a:pt x="1915" y="1"/>
                  </a:moveTo>
                  <a:cubicBezTo>
                    <a:pt x="1805" y="1"/>
                    <a:pt x="1696" y="63"/>
                    <a:pt x="1655" y="189"/>
                  </a:cubicBezTo>
                  <a:lnTo>
                    <a:pt x="1413" y="932"/>
                  </a:lnTo>
                  <a:cubicBezTo>
                    <a:pt x="1376" y="1044"/>
                    <a:pt x="1274" y="1118"/>
                    <a:pt x="1153" y="1118"/>
                  </a:cubicBezTo>
                  <a:lnTo>
                    <a:pt x="372" y="1118"/>
                  </a:lnTo>
                  <a:cubicBezTo>
                    <a:pt x="112" y="1118"/>
                    <a:pt x="1" y="1462"/>
                    <a:pt x="214" y="1610"/>
                  </a:cubicBezTo>
                  <a:lnTo>
                    <a:pt x="846" y="2075"/>
                  </a:lnTo>
                  <a:cubicBezTo>
                    <a:pt x="939" y="2149"/>
                    <a:pt x="986" y="2270"/>
                    <a:pt x="948" y="2381"/>
                  </a:cubicBezTo>
                  <a:lnTo>
                    <a:pt x="707" y="3125"/>
                  </a:lnTo>
                  <a:cubicBezTo>
                    <a:pt x="643" y="3316"/>
                    <a:pt x="795" y="3485"/>
                    <a:pt x="966" y="3485"/>
                  </a:cubicBezTo>
                  <a:cubicBezTo>
                    <a:pt x="1019" y="3485"/>
                    <a:pt x="1074" y="3469"/>
                    <a:pt x="1125" y="3431"/>
                  </a:cubicBezTo>
                  <a:lnTo>
                    <a:pt x="1757" y="2967"/>
                  </a:lnTo>
                  <a:cubicBezTo>
                    <a:pt x="1803" y="2934"/>
                    <a:pt x="1859" y="2918"/>
                    <a:pt x="1916" y="2918"/>
                  </a:cubicBezTo>
                  <a:cubicBezTo>
                    <a:pt x="1973" y="2918"/>
                    <a:pt x="2031" y="2934"/>
                    <a:pt x="2082" y="2967"/>
                  </a:cubicBezTo>
                  <a:lnTo>
                    <a:pt x="2714" y="3431"/>
                  </a:lnTo>
                  <a:cubicBezTo>
                    <a:pt x="2765" y="3469"/>
                    <a:pt x="2820" y="3485"/>
                    <a:pt x="2873" y="3485"/>
                  </a:cubicBezTo>
                  <a:cubicBezTo>
                    <a:pt x="3043" y="3485"/>
                    <a:pt x="3195" y="3316"/>
                    <a:pt x="3132" y="3125"/>
                  </a:cubicBezTo>
                  <a:lnTo>
                    <a:pt x="2890" y="2381"/>
                  </a:lnTo>
                  <a:cubicBezTo>
                    <a:pt x="2853" y="2270"/>
                    <a:pt x="2890" y="2149"/>
                    <a:pt x="2992" y="2075"/>
                  </a:cubicBezTo>
                  <a:lnTo>
                    <a:pt x="3624" y="1610"/>
                  </a:lnTo>
                  <a:cubicBezTo>
                    <a:pt x="3838" y="1452"/>
                    <a:pt x="3726" y="1118"/>
                    <a:pt x="3457" y="1118"/>
                  </a:cubicBezTo>
                  <a:lnTo>
                    <a:pt x="2677" y="1118"/>
                  </a:lnTo>
                  <a:cubicBezTo>
                    <a:pt x="2556" y="1118"/>
                    <a:pt x="2454" y="1044"/>
                    <a:pt x="2416" y="932"/>
                  </a:cubicBezTo>
                  <a:lnTo>
                    <a:pt x="2175" y="189"/>
                  </a:lnTo>
                  <a:cubicBezTo>
                    <a:pt x="2133" y="63"/>
                    <a:pt x="2024" y="1"/>
                    <a:pt x="1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3"/>
            <p:cNvSpPr/>
            <p:nvPr/>
          </p:nvSpPr>
          <p:spPr>
            <a:xfrm>
              <a:off x="713224" y="2982900"/>
              <a:ext cx="176400" cy="183000"/>
            </a:xfrm>
            <a:prstGeom prst="donut">
              <a:avLst>
                <a:gd name="adj" fmla="val 2252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Picture 18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17" y="412661"/>
            <a:ext cx="899979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210" y="383204"/>
            <a:ext cx="877763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MODEL: A QUICK RECAP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3" name="Google Shape;603;p43"/>
          <p:cNvSpPr txBox="1">
            <a:spLocks noGrp="1"/>
          </p:cNvSpPr>
          <p:nvPr>
            <p:ph type="subTitle" idx="2"/>
          </p:nvPr>
        </p:nvSpPr>
        <p:spPr>
          <a:xfrm>
            <a:off x="1110706" y="1352550"/>
            <a:ext cx="6644431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Layers: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Physical, Data Link, Network, Transport, Session, Presentation, and Application layers each handle a distinct communication responsibility.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Layers (1-2):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Physical and Data Link layers manage raw bit transmission and node-to-node framing across network hardware.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Layers (3-4):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and Transport layers handle routing, addressing, and reliable end-to-end data delivery.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Layers (5-7):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Session, Presentation, and Application layers manage dialogue control, data formatting, and user-facing services.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04" name="Google Shape;604;p43"/>
          <p:cNvGrpSpPr/>
          <p:nvPr/>
        </p:nvGrpSpPr>
        <p:grpSpPr>
          <a:xfrm rot="1200044">
            <a:off x="7998077" y="1992738"/>
            <a:ext cx="731457" cy="606900"/>
            <a:chOff x="575787" y="2342429"/>
            <a:chExt cx="731525" cy="606957"/>
          </a:xfrm>
        </p:grpSpPr>
        <p:sp>
          <p:nvSpPr>
            <p:cNvPr id="605" name="Google Shape;605;p43"/>
            <p:cNvSpPr/>
            <p:nvPr/>
          </p:nvSpPr>
          <p:spPr>
            <a:xfrm>
              <a:off x="576136" y="2342429"/>
              <a:ext cx="730828" cy="606957"/>
            </a:xfrm>
            <a:custGeom>
              <a:avLst/>
              <a:gdLst/>
              <a:ahLst/>
              <a:cxnLst/>
              <a:rect l="l" t="t" r="r" b="b"/>
              <a:pathLst>
                <a:path w="14676" h="12172" extrusionOk="0">
                  <a:moveTo>
                    <a:pt x="7341" y="0"/>
                  </a:moveTo>
                  <a:cubicBezTo>
                    <a:pt x="7034" y="0"/>
                    <a:pt x="6725" y="149"/>
                    <a:pt x="6539" y="446"/>
                  </a:cubicBezTo>
                  <a:lnTo>
                    <a:pt x="583" y="10035"/>
                  </a:lnTo>
                  <a:cubicBezTo>
                    <a:pt x="0" y="10969"/>
                    <a:pt x="662" y="12171"/>
                    <a:pt x="1760" y="12171"/>
                  </a:cubicBezTo>
                  <a:cubicBezTo>
                    <a:pt x="1764" y="12171"/>
                    <a:pt x="1768" y="12171"/>
                    <a:pt x="1773" y="12171"/>
                  </a:cubicBezTo>
                  <a:lnTo>
                    <a:pt x="12903" y="12171"/>
                  </a:lnTo>
                  <a:cubicBezTo>
                    <a:pt x="12907" y="12171"/>
                    <a:pt x="12912" y="12171"/>
                    <a:pt x="12916" y="12171"/>
                  </a:cubicBezTo>
                  <a:cubicBezTo>
                    <a:pt x="14014" y="12171"/>
                    <a:pt x="14676" y="10969"/>
                    <a:pt x="14092" y="10035"/>
                  </a:cubicBezTo>
                  <a:lnTo>
                    <a:pt x="8137" y="446"/>
                  </a:lnTo>
                  <a:cubicBezTo>
                    <a:pt x="7956" y="149"/>
                    <a:pt x="7649" y="0"/>
                    <a:pt x="7341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6" name="Google Shape;606;p43"/>
            <p:cNvGrpSpPr/>
            <p:nvPr/>
          </p:nvGrpSpPr>
          <p:grpSpPr>
            <a:xfrm>
              <a:off x="575787" y="2342429"/>
              <a:ext cx="731525" cy="606957"/>
              <a:chOff x="857125" y="2195550"/>
              <a:chExt cx="367250" cy="304300"/>
            </a:xfrm>
          </p:grpSpPr>
          <p:sp>
            <p:nvSpPr>
              <p:cNvPr id="607" name="Google Shape;607;p43"/>
              <p:cNvSpPr/>
              <p:nvPr/>
            </p:nvSpPr>
            <p:spPr>
              <a:xfrm>
                <a:off x="857125" y="2195550"/>
                <a:ext cx="367250" cy="304300"/>
              </a:xfrm>
              <a:custGeom>
                <a:avLst/>
                <a:gdLst/>
                <a:ahLst/>
                <a:cxnLst/>
                <a:rect l="l" t="t" r="r" b="b"/>
                <a:pathLst>
                  <a:path w="14690" h="12172" extrusionOk="0">
                    <a:moveTo>
                      <a:pt x="7345" y="1"/>
                    </a:moveTo>
                    <a:cubicBezTo>
                      <a:pt x="7036" y="1"/>
                      <a:pt x="6727" y="149"/>
                      <a:pt x="6541" y="447"/>
                    </a:cubicBezTo>
                    <a:lnTo>
                      <a:pt x="585" y="10035"/>
                    </a:lnTo>
                    <a:cubicBezTo>
                      <a:pt x="0" y="10964"/>
                      <a:pt x="678" y="12172"/>
                      <a:pt x="1775" y="12172"/>
                    </a:cubicBezTo>
                    <a:lnTo>
                      <a:pt x="12914" y="12172"/>
                    </a:lnTo>
                    <a:cubicBezTo>
                      <a:pt x="14011" y="12172"/>
                      <a:pt x="14689" y="10964"/>
                      <a:pt x="14104" y="10035"/>
                    </a:cubicBezTo>
                    <a:lnTo>
                      <a:pt x="8148" y="447"/>
                    </a:lnTo>
                    <a:cubicBezTo>
                      <a:pt x="7962" y="149"/>
                      <a:pt x="7654" y="1"/>
                      <a:pt x="73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3"/>
              <p:cNvSpPr/>
              <p:nvPr/>
            </p:nvSpPr>
            <p:spPr>
              <a:xfrm>
                <a:off x="884525" y="2216525"/>
                <a:ext cx="312425" cy="269175"/>
              </a:xfrm>
              <a:custGeom>
                <a:avLst/>
                <a:gdLst/>
                <a:ahLst/>
                <a:cxnLst/>
                <a:rect l="l" t="t" r="r" b="b"/>
                <a:pathLst>
                  <a:path w="12497" h="10767" extrusionOk="0">
                    <a:moveTo>
                      <a:pt x="6253" y="593"/>
                    </a:moveTo>
                    <a:cubicBezTo>
                      <a:pt x="6346" y="593"/>
                      <a:pt x="6430" y="648"/>
                      <a:pt x="6476" y="732"/>
                    </a:cubicBezTo>
                    <a:lnTo>
                      <a:pt x="11818" y="9707"/>
                    </a:lnTo>
                    <a:cubicBezTo>
                      <a:pt x="11874" y="9800"/>
                      <a:pt x="11874" y="9930"/>
                      <a:pt x="11818" y="10032"/>
                    </a:cubicBezTo>
                    <a:cubicBezTo>
                      <a:pt x="11772" y="10116"/>
                      <a:pt x="11679" y="10171"/>
                      <a:pt x="11586" y="10171"/>
                    </a:cubicBezTo>
                    <a:lnTo>
                      <a:pt x="911" y="10171"/>
                    </a:lnTo>
                    <a:cubicBezTo>
                      <a:pt x="818" y="10171"/>
                      <a:pt x="725" y="10116"/>
                      <a:pt x="679" y="10032"/>
                    </a:cubicBezTo>
                    <a:cubicBezTo>
                      <a:pt x="623" y="9930"/>
                      <a:pt x="623" y="9800"/>
                      <a:pt x="679" y="9707"/>
                    </a:cubicBezTo>
                    <a:lnTo>
                      <a:pt x="6021" y="732"/>
                    </a:lnTo>
                    <a:cubicBezTo>
                      <a:pt x="6067" y="648"/>
                      <a:pt x="6151" y="593"/>
                      <a:pt x="6253" y="593"/>
                    </a:cubicBezTo>
                    <a:close/>
                    <a:moveTo>
                      <a:pt x="6249" y="0"/>
                    </a:moveTo>
                    <a:cubicBezTo>
                      <a:pt x="5958" y="0"/>
                      <a:pt x="5668" y="142"/>
                      <a:pt x="5501" y="425"/>
                    </a:cubicBezTo>
                    <a:lnTo>
                      <a:pt x="168" y="9400"/>
                    </a:lnTo>
                    <a:cubicBezTo>
                      <a:pt x="0" y="9688"/>
                      <a:pt x="0" y="10032"/>
                      <a:pt x="158" y="10320"/>
                    </a:cubicBezTo>
                    <a:cubicBezTo>
                      <a:pt x="316" y="10599"/>
                      <a:pt x="604" y="10766"/>
                      <a:pt x="911" y="10766"/>
                    </a:cubicBezTo>
                    <a:lnTo>
                      <a:pt x="11586" y="10766"/>
                    </a:lnTo>
                    <a:cubicBezTo>
                      <a:pt x="11893" y="10766"/>
                      <a:pt x="12181" y="10599"/>
                      <a:pt x="12339" y="10320"/>
                    </a:cubicBezTo>
                    <a:cubicBezTo>
                      <a:pt x="12497" y="10032"/>
                      <a:pt x="12497" y="9688"/>
                      <a:pt x="12329" y="9400"/>
                    </a:cubicBezTo>
                    <a:lnTo>
                      <a:pt x="6997" y="425"/>
                    </a:lnTo>
                    <a:cubicBezTo>
                      <a:pt x="6829" y="142"/>
                      <a:pt x="6539" y="0"/>
                      <a:pt x="62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43"/>
              <p:cNvSpPr/>
              <p:nvPr/>
            </p:nvSpPr>
            <p:spPr>
              <a:xfrm>
                <a:off x="1022725" y="2274075"/>
                <a:ext cx="3602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5018" extrusionOk="0">
                    <a:moveTo>
                      <a:pt x="725" y="0"/>
                    </a:moveTo>
                    <a:cubicBezTo>
                      <a:pt x="326" y="0"/>
                      <a:pt x="1" y="316"/>
                      <a:pt x="1" y="715"/>
                    </a:cubicBezTo>
                    <a:lnTo>
                      <a:pt x="1" y="4292"/>
                    </a:lnTo>
                    <a:cubicBezTo>
                      <a:pt x="1" y="4692"/>
                      <a:pt x="326" y="5017"/>
                      <a:pt x="725" y="5017"/>
                    </a:cubicBezTo>
                    <a:cubicBezTo>
                      <a:pt x="1115" y="5017"/>
                      <a:pt x="1441" y="4692"/>
                      <a:pt x="1441" y="4292"/>
                    </a:cubicBezTo>
                    <a:lnTo>
                      <a:pt x="1441" y="715"/>
                    </a:lnTo>
                    <a:cubicBezTo>
                      <a:pt x="1441" y="316"/>
                      <a:pt x="1115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43"/>
              <p:cNvSpPr/>
              <p:nvPr/>
            </p:nvSpPr>
            <p:spPr>
              <a:xfrm>
                <a:off x="1022725" y="2409475"/>
                <a:ext cx="36025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757" extrusionOk="0">
                    <a:moveTo>
                      <a:pt x="725" y="1"/>
                    </a:moveTo>
                    <a:cubicBezTo>
                      <a:pt x="326" y="1"/>
                      <a:pt x="1" y="326"/>
                      <a:pt x="1" y="725"/>
                    </a:cubicBezTo>
                    <a:lnTo>
                      <a:pt x="1" y="1041"/>
                    </a:lnTo>
                    <a:cubicBezTo>
                      <a:pt x="1" y="1431"/>
                      <a:pt x="326" y="1757"/>
                      <a:pt x="725" y="1757"/>
                    </a:cubicBezTo>
                    <a:cubicBezTo>
                      <a:pt x="1115" y="1757"/>
                      <a:pt x="1441" y="1431"/>
                      <a:pt x="1441" y="1041"/>
                    </a:cubicBezTo>
                    <a:lnTo>
                      <a:pt x="1441" y="725"/>
                    </a:lnTo>
                    <a:cubicBezTo>
                      <a:pt x="1441" y="326"/>
                      <a:pt x="1115" y="1"/>
                      <a:pt x="7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611;p43"/>
          <p:cNvGrpSpPr/>
          <p:nvPr/>
        </p:nvGrpSpPr>
        <p:grpSpPr>
          <a:xfrm>
            <a:off x="672945" y="3333750"/>
            <a:ext cx="406012" cy="421031"/>
            <a:chOff x="8024709" y="2982890"/>
            <a:chExt cx="406012" cy="421031"/>
          </a:xfrm>
        </p:grpSpPr>
        <p:sp>
          <p:nvSpPr>
            <p:cNvPr id="612" name="Google Shape;612;p43"/>
            <p:cNvSpPr/>
            <p:nvPr/>
          </p:nvSpPr>
          <p:spPr>
            <a:xfrm>
              <a:off x="8024709" y="2982889"/>
              <a:ext cx="140826" cy="141290"/>
            </a:xfrm>
            <a:custGeom>
              <a:avLst/>
              <a:gdLst/>
              <a:ahLst/>
              <a:cxnLst/>
              <a:rect l="l" t="t" r="r" b="b"/>
              <a:pathLst>
                <a:path w="2825" h="2735" extrusionOk="0">
                  <a:moveTo>
                    <a:pt x="507" y="0"/>
                  </a:moveTo>
                  <a:cubicBezTo>
                    <a:pt x="391" y="0"/>
                    <a:pt x="274" y="44"/>
                    <a:pt x="186" y="133"/>
                  </a:cubicBezTo>
                  <a:cubicBezTo>
                    <a:pt x="0" y="309"/>
                    <a:pt x="0" y="606"/>
                    <a:pt x="186" y="783"/>
                  </a:cubicBezTo>
                  <a:lnTo>
                    <a:pt x="604" y="1201"/>
                  </a:lnTo>
                  <a:cubicBezTo>
                    <a:pt x="697" y="1294"/>
                    <a:pt x="697" y="1443"/>
                    <a:pt x="604" y="1536"/>
                  </a:cubicBezTo>
                  <a:lnTo>
                    <a:pt x="186" y="1954"/>
                  </a:lnTo>
                  <a:cubicBezTo>
                    <a:pt x="0" y="2130"/>
                    <a:pt x="0" y="2418"/>
                    <a:pt x="186" y="2595"/>
                  </a:cubicBezTo>
                  <a:cubicBezTo>
                    <a:pt x="274" y="2688"/>
                    <a:pt x="391" y="2734"/>
                    <a:pt x="507" y="2734"/>
                  </a:cubicBezTo>
                  <a:cubicBezTo>
                    <a:pt x="623" y="2734"/>
                    <a:pt x="739" y="2688"/>
                    <a:pt x="827" y="2595"/>
                  </a:cubicBezTo>
                  <a:lnTo>
                    <a:pt x="1245" y="2177"/>
                  </a:lnTo>
                  <a:cubicBezTo>
                    <a:pt x="1292" y="2130"/>
                    <a:pt x="1352" y="2107"/>
                    <a:pt x="1413" y="2107"/>
                  </a:cubicBezTo>
                  <a:cubicBezTo>
                    <a:pt x="1473" y="2107"/>
                    <a:pt x="1533" y="2130"/>
                    <a:pt x="1580" y="2177"/>
                  </a:cubicBezTo>
                  <a:lnTo>
                    <a:pt x="1998" y="2595"/>
                  </a:lnTo>
                  <a:cubicBezTo>
                    <a:pt x="2091" y="2688"/>
                    <a:pt x="2209" y="2734"/>
                    <a:pt x="2327" y="2734"/>
                  </a:cubicBezTo>
                  <a:cubicBezTo>
                    <a:pt x="2444" y="2734"/>
                    <a:pt x="2560" y="2688"/>
                    <a:pt x="2648" y="2595"/>
                  </a:cubicBezTo>
                  <a:cubicBezTo>
                    <a:pt x="2825" y="2418"/>
                    <a:pt x="2825" y="2130"/>
                    <a:pt x="2648" y="1954"/>
                  </a:cubicBezTo>
                  <a:lnTo>
                    <a:pt x="2230" y="1536"/>
                  </a:lnTo>
                  <a:cubicBezTo>
                    <a:pt x="2137" y="1443"/>
                    <a:pt x="2137" y="1294"/>
                    <a:pt x="2230" y="1201"/>
                  </a:cubicBezTo>
                  <a:lnTo>
                    <a:pt x="2648" y="783"/>
                  </a:lnTo>
                  <a:cubicBezTo>
                    <a:pt x="2825" y="606"/>
                    <a:pt x="2825" y="309"/>
                    <a:pt x="2648" y="133"/>
                  </a:cubicBezTo>
                  <a:cubicBezTo>
                    <a:pt x="2560" y="44"/>
                    <a:pt x="2444" y="0"/>
                    <a:pt x="2327" y="0"/>
                  </a:cubicBezTo>
                  <a:cubicBezTo>
                    <a:pt x="2209" y="0"/>
                    <a:pt x="2091" y="44"/>
                    <a:pt x="1998" y="133"/>
                  </a:cubicBezTo>
                  <a:lnTo>
                    <a:pt x="1580" y="551"/>
                  </a:lnTo>
                  <a:cubicBezTo>
                    <a:pt x="1533" y="597"/>
                    <a:pt x="1473" y="620"/>
                    <a:pt x="1413" y="620"/>
                  </a:cubicBezTo>
                  <a:cubicBezTo>
                    <a:pt x="1352" y="620"/>
                    <a:pt x="1292" y="597"/>
                    <a:pt x="1245" y="551"/>
                  </a:cubicBezTo>
                  <a:lnTo>
                    <a:pt x="827" y="133"/>
                  </a:lnTo>
                  <a:cubicBezTo>
                    <a:pt x="739" y="44"/>
                    <a:pt x="623" y="0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3"/>
            <p:cNvSpPr/>
            <p:nvPr/>
          </p:nvSpPr>
          <p:spPr>
            <a:xfrm>
              <a:off x="8258389" y="3223885"/>
              <a:ext cx="172331" cy="180035"/>
            </a:xfrm>
            <a:custGeom>
              <a:avLst/>
              <a:gdLst/>
              <a:ahLst/>
              <a:cxnLst/>
              <a:rect l="l" t="t" r="r" b="b"/>
              <a:pathLst>
                <a:path w="3457" h="3485" extrusionOk="0">
                  <a:moveTo>
                    <a:pt x="1729" y="1"/>
                  </a:moveTo>
                  <a:cubicBezTo>
                    <a:pt x="1682" y="10"/>
                    <a:pt x="1654" y="38"/>
                    <a:pt x="1636" y="66"/>
                  </a:cubicBezTo>
                  <a:cubicBezTo>
                    <a:pt x="1301" y="688"/>
                    <a:pt x="846" y="1339"/>
                    <a:pt x="66" y="1636"/>
                  </a:cubicBezTo>
                  <a:cubicBezTo>
                    <a:pt x="38" y="1654"/>
                    <a:pt x="10" y="1673"/>
                    <a:pt x="1" y="1701"/>
                  </a:cubicBezTo>
                  <a:cubicBezTo>
                    <a:pt x="1" y="1704"/>
                    <a:pt x="1" y="1707"/>
                    <a:pt x="1" y="1710"/>
                  </a:cubicBezTo>
                  <a:lnTo>
                    <a:pt x="1" y="1719"/>
                  </a:lnTo>
                  <a:cubicBezTo>
                    <a:pt x="1" y="1729"/>
                    <a:pt x="1" y="1738"/>
                    <a:pt x="1" y="1747"/>
                  </a:cubicBezTo>
                  <a:cubicBezTo>
                    <a:pt x="1" y="1757"/>
                    <a:pt x="1" y="1766"/>
                    <a:pt x="1" y="1775"/>
                  </a:cubicBezTo>
                  <a:lnTo>
                    <a:pt x="1" y="1785"/>
                  </a:lnTo>
                  <a:cubicBezTo>
                    <a:pt x="1" y="1789"/>
                    <a:pt x="1" y="1791"/>
                    <a:pt x="1" y="1794"/>
                  </a:cubicBezTo>
                  <a:cubicBezTo>
                    <a:pt x="10" y="1822"/>
                    <a:pt x="38" y="1840"/>
                    <a:pt x="66" y="1850"/>
                  </a:cubicBezTo>
                  <a:cubicBezTo>
                    <a:pt x="846" y="2156"/>
                    <a:pt x="1301" y="2806"/>
                    <a:pt x="1636" y="3420"/>
                  </a:cubicBezTo>
                  <a:cubicBezTo>
                    <a:pt x="1654" y="3457"/>
                    <a:pt x="1682" y="3485"/>
                    <a:pt x="1729" y="3485"/>
                  </a:cubicBezTo>
                  <a:cubicBezTo>
                    <a:pt x="1766" y="3485"/>
                    <a:pt x="1803" y="3457"/>
                    <a:pt x="1822" y="3420"/>
                  </a:cubicBezTo>
                  <a:cubicBezTo>
                    <a:pt x="2156" y="2806"/>
                    <a:pt x="2611" y="2147"/>
                    <a:pt x="3382" y="1850"/>
                  </a:cubicBezTo>
                  <a:cubicBezTo>
                    <a:pt x="3410" y="1840"/>
                    <a:pt x="3438" y="1822"/>
                    <a:pt x="3457" y="1794"/>
                  </a:cubicBezTo>
                  <a:cubicBezTo>
                    <a:pt x="3457" y="1791"/>
                    <a:pt x="3457" y="1789"/>
                    <a:pt x="3457" y="1785"/>
                  </a:cubicBezTo>
                  <a:lnTo>
                    <a:pt x="3457" y="1775"/>
                  </a:lnTo>
                  <a:cubicBezTo>
                    <a:pt x="3457" y="1757"/>
                    <a:pt x="3457" y="1738"/>
                    <a:pt x="3457" y="1719"/>
                  </a:cubicBezTo>
                  <a:lnTo>
                    <a:pt x="3457" y="1710"/>
                  </a:lnTo>
                  <a:cubicBezTo>
                    <a:pt x="3457" y="1707"/>
                    <a:pt x="3457" y="1704"/>
                    <a:pt x="3457" y="1701"/>
                  </a:cubicBezTo>
                  <a:cubicBezTo>
                    <a:pt x="3438" y="1673"/>
                    <a:pt x="3410" y="1654"/>
                    <a:pt x="3382" y="1636"/>
                  </a:cubicBezTo>
                  <a:cubicBezTo>
                    <a:pt x="2611" y="1339"/>
                    <a:pt x="2156" y="688"/>
                    <a:pt x="1822" y="66"/>
                  </a:cubicBezTo>
                  <a:cubicBezTo>
                    <a:pt x="1803" y="38"/>
                    <a:pt x="1766" y="10"/>
                    <a:pt x="1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623054" y="1614513"/>
            <a:ext cx="567141" cy="617767"/>
            <a:chOff x="713224" y="2571739"/>
            <a:chExt cx="567141" cy="617767"/>
          </a:xfrm>
        </p:grpSpPr>
        <p:sp>
          <p:nvSpPr>
            <p:cNvPr id="615" name="Google Shape;615;p43"/>
            <p:cNvSpPr/>
            <p:nvPr/>
          </p:nvSpPr>
          <p:spPr>
            <a:xfrm>
              <a:off x="1095425" y="3009936"/>
              <a:ext cx="173279" cy="179570"/>
            </a:xfrm>
            <a:custGeom>
              <a:avLst/>
              <a:gdLst/>
              <a:ahLst/>
              <a:cxnLst/>
              <a:rect l="l" t="t" r="r" b="b"/>
              <a:pathLst>
                <a:path w="3476" h="3476" extrusionOk="0">
                  <a:moveTo>
                    <a:pt x="1738" y="1"/>
                  </a:moveTo>
                  <a:cubicBezTo>
                    <a:pt x="1487" y="1"/>
                    <a:pt x="1283" y="205"/>
                    <a:pt x="1283" y="456"/>
                  </a:cubicBezTo>
                  <a:lnTo>
                    <a:pt x="1283" y="1051"/>
                  </a:lnTo>
                  <a:cubicBezTo>
                    <a:pt x="1283" y="1172"/>
                    <a:pt x="1171" y="1283"/>
                    <a:pt x="1050" y="1283"/>
                  </a:cubicBezTo>
                  <a:lnTo>
                    <a:pt x="456" y="1283"/>
                  </a:lnTo>
                  <a:cubicBezTo>
                    <a:pt x="205" y="1283"/>
                    <a:pt x="1" y="1487"/>
                    <a:pt x="1" y="1738"/>
                  </a:cubicBezTo>
                  <a:cubicBezTo>
                    <a:pt x="1" y="1989"/>
                    <a:pt x="205" y="2194"/>
                    <a:pt x="456" y="2194"/>
                  </a:cubicBezTo>
                  <a:lnTo>
                    <a:pt x="1050" y="2194"/>
                  </a:lnTo>
                  <a:cubicBezTo>
                    <a:pt x="1171" y="2194"/>
                    <a:pt x="1283" y="2296"/>
                    <a:pt x="1283" y="2426"/>
                  </a:cubicBezTo>
                  <a:lnTo>
                    <a:pt x="1283" y="3020"/>
                  </a:lnTo>
                  <a:cubicBezTo>
                    <a:pt x="1283" y="3271"/>
                    <a:pt x="1487" y="3476"/>
                    <a:pt x="1738" y="3476"/>
                  </a:cubicBezTo>
                  <a:cubicBezTo>
                    <a:pt x="1989" y="3476"/>
                    <a:pt x="2193" y="3271"/>
                    <a:pt x="2193" y="3020"/>
                  </a:cubicBezTo>
                  <a:lnTo>
                    <a:pt x="2193" y="2426"/>
                  </a:lnTo>
                  <a:cubicBezTo>
                    <a:pt x="2193" y="2296"/>
                    <a:pt x="2295" y="2194"/>
                    <a:pt x="2426" y="2194"/>
                  </a:cubicBezTo>
                  <a:lnTo>
                    <a:pt x="3020" y="2194"/>
                  </a:lnTo>
                  <a:cubicBezTo>
                    <a:pt x="3271" y="2194"/>
                    <a:pt x="3475" y="1989"/>
                    <a:pt x="3475" y="1738"/>
                  </a:cubicBezTo>
                  <a:cubicBezTo>
                    <a:pt x="3475" y="1487"/>
                    <a:pt x="3271" y="1283"/>
                    <a:pt x="3020" y="1283"/>
                  </a:cubicBezTo>
                  <a:lnTo>
                    <a:pt x="2426" y="1283"/>
                  </a:lnTo>
                  <a:cubicBezTo>
                    <a:pt x="2295" y="1283"/>
                    <a:pt x="2193" y="1172"/>
                    <a:pt x="2193" y="1051"/>
                  </a:cubicBezTo>
                  <a:lnTo>
                    <a:pt x="2193" y="456"/>
                  </a:lnTo>
                  <a:cubicBezTo>
                    <a:pt x="2193" y="205"/>
                    <a:pt x="1989" y="1"/>
                    <a:pt x="17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3"/>
            <p:cNvSpPr/>
            <p:nvPr/>
          </p:nvSpPr>
          <p:spPr>
            <a:xfrm rot="1800110">
              <a:off x="1056829" y="2607512"/>
              <a:ext cx="191333" cy="180090"/>
            </a:xfrm>
            <a:custGeom>
              <a:avLst/>
              <a:gdLst/>
              <a:ahLst/>
              <a:cxnLst/>
              <a:rect l="l" t="t" r="r" b="b"/>
              <a:pathLst>
                <a:path w="3838" h="3486" extrusionOk="0">
                  <a:moveTo>
                    <a:pt x="1915" y="1"/>
                  </a:moveTo>
                  <a:cubicBezTo>
                    <a:pt x="1805" y="1"/>
                    <a:pt x="1696" y="63"/>
                    <a:pt x="1655" y="189"/>
                  </a:cubicBezTo>
                  <a:lnTo>
                    <a:pt x="1413" y="932"/>
                  </a:lnTo>
                  <a:cubicBezTo>
                    <a:pt x="1376" y="1044"/>
                    <a:pt x="1274" y="1118"/>
                    <a:pt x="1153" y="1118"/>
                  </a:cubicBezTo>
                  <a:lnTo>
                    <a:pt x="372" y="1118"/>
                  </a:lnTo>
                  <a:cubicBezTo>
                    <a:pt x="112" y="1118"/>
                    <a:pt x="1" y="1462"/>
                    <a:pt x="214" y="1610"/>
                  </a:cubicBezTo>
                  <a:lnTo>
                    <a:pt x="846" y="2075"/>
                  </a:lnTo>
                  <a:cubicBezTo>
                    <a:pt x="939" y="2149"/>
                    <a:pt x="986" y="2270"/>
                    <a:pt x="948" y="2381"/>
                  </a:cubicBezTo>
                  <a:lnTo>
                    <a:pt x="707" y="3125"/>
                  </a:lnTo>
                  <a:cubicBezTo>
                    <a:pt x="643" y="3316"/>
                    <a:pt x="795" y="3485"/>
                    <a:pt x="966" y="3485"/>
                  </a:cubicBezTo>
                  <a:cubicBezTo>
                    <a:pt x="1019" y="3485"/>
                    <a:pt x="1074" y="3469"/>
                    <a:pt x="1125" y="3431"/>
                  </a:cubicBezTo>
                  <a:lnTo>
                    <a:pt x="1757" y="2967"/>
                  </a:lnTo>
                  <a:cubicBezTo>
                    <a:pt x="1803" y="2934"/>
                    <a:pt x="1859" y="2918"/>
                    <a:pt x="1916" y="2918"/>
                  </a:cubicBezTo>
                  <a:cubicBezTo>
                    <a:pt x="1973" y="2918"/>
                    <a:pt x="2031" y="2934"/>
                    <a:pt x="2082" y="2967"/>
                  </a:cubicBezTo>
                  <a:lnTo>
                    <a:pt x="2714" y="3431"/>
                  </a:lnTo>
                  <a:cubicBezTo>
                    <a:pt x="2765" y="3469"/>
                    <a:pt x="2820" y="3485"/>
                    <a:pt x="2873" y="3485"/>
                  </a:cubicBezTo>
                  <a:cubicBezTo>
                    <a:pt x="3043" y="3485"/>
                    <a:pt x="3195" y="3316"/>
                    <a:pt x="3132" y="3125"/>
                  </a:cubicBezTo>
                  <a:lnTo>
                    <a:pt x="2890" y="2381"/>
                  </a:lnTo>
                  <a:cubicBezTo>
                    <a:pt x="2853" y="2270"/>
                    <a:pt x="2890" y="2149"/>
                    <a:pt x="2992" y="2075"/>
                  </a:cubicBezTo>
                  <a:lnTo>
                    <a:pt x="3624" y="1610"/>
                  </a:lnTo>
                  <a:cubicBezTo>
                    <a:pt x="3838" y="1452"/>
                    <a:pt x="3726" y="1118"/>
                    <a:pt x="3457" y="1118"/>
                  </a:cubicBezTo>
                  <a:lnTo>
                    <a:pt x="2677" y="1118"/>
                  </a:lnTo>
                  <a:cubicBezTo>
                    <a:pt x="2556" y="1118"/>
                    <a:pt x="2454" y="1044"/>
                    <a:pt x="2416" y="932"/>
                  </a:cubicBezTo>
                  <a:lnTo>
                    <a:pt x="2175" y="189"/>
                  </a:lnTo>
                  <a:cubicBezTo>
                    <a:pt x="2133" y="63"/>
                    <a:pt x="2024" y="1"/>
                    <a:pt x="1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3"/>
            <p:cNvSpPr/>
            <p:nvPr/>
          </p:nvSpPr>
          <p:spPr>
            <a:xfrm>
              <a:off x="713224" y="2982900"/>
              <a:ext cx="176400" cy="183000"/>
            </a:xfrm>
            <a:prstGeom prst="donut">
              <a:avLst>
                <a:gd name="adj" fmla="val 2252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Picture 18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17" y="412661"/>
            <a:ext cx="899979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210" y="383204"/>
            <a:ext cx="877763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SDN REDEFINES THE OSI LAYERS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3" name="Google Shape;603;p43"/>
          <p:cNvSpPr txBox="1">
            <a:spLocks noGrp="1"/>
          </p:cNvSpPr>
          <p:nvPr>
            <p:ph type="subTitle" idx="2"/>
          </p:nvPr>
        </p:nvSpPr>
        <p:spPr>
          <a:xfrm>
            <a:off x="1110706" y="1352550"/>
            <a:ext cx="6644431" cy="25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Plane Shift: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centralises routing and forwarding decisions traditionally embedded in Layer 3 devices into a software controller.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Plane Simplification: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Switches at Layers 1-2 focus purely on packet forwarding, guided by rules from the centralized controller.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OpenFlow Protocol: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SDN protocol communicates across Layers 3 and 4, instructing switches on how to handle traffic flows.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Benefit: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SDN onto OSI layers reveals a more flexible, programmable, and centrally managed alternative to traditional layered networking.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04" name="Google Shape;604;p43"/>
          <p:cNvGrpSpPr/>
          <p:nvPr/>
        </p:nvGrpSpPr>
        <p:grpSpPr>
          <a:xfrm rot="1200044">
            <a:off x="7998077" y="1992738"/>
            <a:ext cx="731457" cy="606900"/>
            <a:chOff x="575787" y="2342429"/>
            <a:chExt cx="731525" cy="606957"/>
          </a:xfrm>
        </p:grpSpPr>
        <p:sp>
          <p:nvSpPr>
            <p:cNvPr id="605" name="Google Shape;605;p43"/>
            <p:cNvSpPr/>
            <p:nvPr/>
          </p:nvSpPr>
          <p:spPr>
            <a:xfrm>
              <a:off x="576136" y="2342429"/>
              <a:ext cx="730828" cy="606957"/>
            </a:xfrm>
            <a:custGeom>
              <a:avLst/>
              <a:gdLst/>
              <a:ahLst/>
              <a:cxnLst/>
              <a:rect l="l" t="t" r="r" b="b"/>
              <a:pathLst>
                <a:path w="14676" h="12172" extrusionOk="0">
                  <a:moveTo>
                    <a:pt x="7341" y="0"/>
                  </a:moveTo>
                  <a:cubicBezTo>
                    <a:pt x="7034" y="0"/>
                    <a:pt x="6725" y="149"/>
                    <a:pt x="6539" y="446"/>
                  </a:cubicBezTo>
                  <a:lnTo>
                    <a:pt x="583" y="10035"/>
                  </a:lnTo>
                  <a:cubicBezTo>
                    <a:pt x="0" y="10969"/>
                    <a:pt x="662" y="12171"/>
                    <a:pt x="1760" y="12171"/>
                  </a:cubicBezTo>
                  <a:cubicBezTo>
                    <a:pt x="1764" y="12171"/>
                    <a:pt x="1768" y="12171"/>
                    <a:pt x="1773" y="12171"/>
                  </a:cubicBezTo>
                  <a:lnTo>
                    <a:pt x="12903" y="12171"/>
                  </a:lnTo>
                  <a:cubicBezTo>
                    <a:pt x="12907" y="12171"/>
                    <a:pt x="12912" y="12171"/>
                    <a:pt x="12916" y="12171"/>
                  </a:cubicBezTo>
                  <a:cubicBezTo>
                    <a:pt x="14014" y="12171"/>
                    <a:pt x="14676" y="10969"/>
                    <a:pt x="14092" y="10035"/>
                  </a:cubicBezTo>
                  <a:lnTo>
                    <a:pt x="8137" y="446"/>
                  </a:lnTo>
                  <a:cubicBezTo>
                    <a:pt x="7956" y="149"/>
                    <a:pt x="7649" y="0"/>
                    <a:pt x="7341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6" name="Google Shape;606;p43"/>
            <p:cNvGrpSpPr/>
            <p:nvPr/>
          </p:nvGrpSpPr>
          <p:grpSpPr>
            <a:xfrm>
              <a:off x="575787" y="2342429"/>
              <a:ext cx="731525" cy="606957"/>
              <a:chOff x="857125" y="2195550"/>
              <a:chExt cx="367250" cy="304300"/>
            </a:xfrm>
          </p:grpSpPr>
          <p:sp>
            <p:nvSpPr>
              <p:cNvPr id="607" name="Google Shape;607;p43"/>
              <p:cNvSpPr/>
              <p:nvPr/>
            </p:nvSpPr>
            <p:spPr>
              <a:xfrm>
                <a:off x="857125" y="2195550"/>
                <a:ext cx="367250" cy="304300"/>
              </a:xfrm>
              <a:custGeom>
                <a:avLst/>
                <a:gdLst/>
                <a:ahLst/>
                <a:cxnLst/>
                <a:rect l="l" t="t" r="r" b="b"/>
                <a:pathLst>
                  <a:path w="14690" h="12172" extrusionOk="0">
                    <a:moveTo>
                      <a:pt x="7345" y="1"/>
                    </a:moveTo>
                    <a:cubicBezTo>
                      <a:pt x="7036" y="1"/>
                      <a:pt x="6727" y="149"/>
                      <a:pt x="6541" y="447"/>
                    </a:cubicBezTo>
                    <a:lnTo>
                      <a:pt x="585" y="10035"/>
                    </a:lnTo>
                    <a:cubicBezTo>
                      <a:pt x="0" y="10964"/>
                      <a:pt x="678" y="12172"/>
                      <a:pt x="1775" y="12172"/>
                    </a:cubicBezTo>
                    <a:lnTo>
                      <a:pt x="12914" y="12172"/>
                    </a:lnTo>
                    <a:cubicBezTo>
                      <a:pt x="14011" y="12172"/>
                      <a:pt x="14689" y="10964"/>
                      <a:pt x="14104" y="10035"/>
                    </a:cubicBezTo>
                    <a:lnTo>
                      <a:pt x="8148" y="447"/>
                    </a:lnTo>
                    <a:cubicBezTo>
                      <a:pt x="7962" y="149"/>
                      <a:pt x="7654" y="1"/>
                      <a:pt x="73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3"/>
              <p:cNvSpPr/>
              <p:nvPr/>
            </p:nvSpPr>
            <p:spPr>
              <a:xfrm>
                <a:off x="884525" y="2216525"/>
                <a:ext cx="312425" cy="269175"/>
              </a:xfrm>
              <a:custGeom>
                <a:avLst/>
                <a:gdLst/>
                <a:ahLst/>
                <a:cxnLst/>
                <a:rect l="l" t="t" r="r" b="b"/>
                <a:pathLst>
                  <a:path w="12497" h="10767" extrusionOk="0">
                    <a:moveTo>
                      <a:pt x="6253" y="593"/>
                    </a:moveTo>
                    <a:cubicBezTo>
                      <a:pt x="6346" y="593"/>
                      <a:pt x="6430" y="648"/>
                      <a:pt x="6476" y="732"/>
                    </a:cubicBezTo>
                    <a:lnTo>
                      <a:pt x="11818" y="9707"/>
                    </a:lnTo>
                    <a:cubicBezTo>
                      <a:pt x="11874" y="9800"/>
                      <a:pt x="11874" y="9930"/>
                      <a:pt x="11818" y="10032"/>
                    </a:cubicBezTo>
                    <a:cubicBezTo>
                      <a:pt x="11772" y="10116"/>
                      <a:pt x="11679" y="10171"/>
                      <a:pt x="11586" y="10171"/>
                    </a:cubicBezTo>
                    <a:lnTo>
                      <a:pt x="911" y="10171"/>
                    </a:lnTo>
                    <a:cubicBezTo>
                      <a:pt x="818" y="10171"/>
                      <a:pt x="725" y="10116"/>
                      <a:pt x="679" y="10032"/>
                    </a:cubicBezTo>
                    <a:cubicBezTo>
                      <a:pt x="623" y="9930"/>
                      <a:pt x="623" y="9800"/>
                      <a:pt x="679" y="9707"/>
                    </a:cubicBezTo>
                    <a:lnTo>
                      <a:pt x="6021" y="732"/>
                    </a:lnTo>
                    <a:cubicBezTo>
                      <a:pt x="6067" y="648"/>
                      <a:pt x="6151" y="593"/>
                      <a:pt x="6253" y="593"/>
                    </a:cubicBezTo>
                    <a:close/>
                    <a:moveTo>
                      <a:pt x="6249" y="0"/>
                    </a:moveTo>
                    <a:cubicBezTo>
                      <a:pt x="5958" y="0"/>
                      <a:pt x="5668" y="142"/>
                      <a:pt x="5501" y="425"/>
                    </a:cubicBezTo>
                    <a:lnTo>
                      <a:pt x="168" y="9400"/>
                    </a:lnTo>
                    <a:cubicBezTo>
                      <a:pt x="0" y="9688"/>
                      <a:pt x="0" y="10032"/>
                      <a:pt x="158" y="10320"/>
                    </a:cubicBezTo>
                    <a:cubicBezTo>
                      <a:pt x="316" y="10599"/>
                      <a:pt x="604" y="10766"/>
                      <a:pt x="911" y="10766"/>
                    </a:cubicBezTo>
                    <a:lnTo>
                      <a:pt x="11586" y="10766"/>
                    </a:lnTo>
                    <a:cubicBezTo>
                      <a:pt x="11893" y="10766"/>
                      <a:pt x="12181" y="10599"/>
                      <a:pt x="12339" y="10320"/>
                    </a:cubicBezTo>
                    <a:cubicBezTo>
                      <a:pt x="12497" y="10032"/>
                      <a:pt x="12497" y="9688"/>
                      <a:pt x="12329" y="9400"/>
                    </a:cubicBezTo>
                    <a:lnTo>
                      <a:pt x="6997" y="425"/>
                    </a:lnTo>
                    <a:cubicBezTo>
                      <a:pt x="6829" y="142"/>
                      <a:pt x="6539" y="0"/>
                      <a:pt x="62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43"/>
              <p:cNvSpPr/>
              <p:nvPr/>
            </p:nvSpPr>
            <p:spPr>
              <a:xfrm>
                <a:off x="1022725" y="2274075"/>
                <a:ext cx="3602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5018" extrusionOk="0">
                    <a:moveTo>
                      <a:pt x="725" y="0"/>
                    </a:moveTo>
                    <a:cubicBezTo>
                      <a:pt x="326" y="0"/>
                      <a:pt x="1" y="316"/>
                      <a:pt x="1" y="715"/>
                    </a:cubicBezTo>
                    <a:lnTo>
                      <a:pt x="1" y="4292"/>
                    </a:lnTo>
                    <a:cubicBezTo>
                      <a:pt x="1" y="4692"/>
                      <a:pt x="326" y="5017"/>
                      <a:pt x="725" y="5017"/>
                    </a:cubicBezTo>
                    <a:cubicBezTo>
                      <a:pt x="1115" y="5017"/>
                      <a:pt x="1441" y="4692"/>
                      <a:pt x="1441" y="4292"/>
                    </a:cubicBezTo>
                    <a:lnTo>
                      <a:pt x="1441" y="715"/>
                    </a:lnTo>
                    <a:cubicBezTo>
                      <a:pt x="1441" y="316"/>
                      <a:pt x="1115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43"/>
              <p:cNvSpPr/>
              <p:nvPr/>
            </p:nvSpPr>
            <p:spPr>
              <a:xfrm>
                <a:off x="1022725" y="2409475"/>
                <a:ext cx="36025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757" extrusionOk="0">
                    <a:moveTo>
                      <a:pt x="725" y="1"/>
                    </a:moveTo>
                    <a:cubicBezTo>
                      <a:pt x="326" y="1"/>
                      <a:pt x="1" y="326"/>
                      <a:pt x="1" y="725"/>
                    </a:cubicBezTo>
                    <a:lnTo>
                      <a:pt x="1" y="1041"/>
                    </a:lnTo>
                    <a:cubicBezTo>
                      <a:pt x="1" y="1431"/>
                      <a:pt x="326" y="1757"/>
                      <a:pt x="725" y="1757"/>
                    </a:cubicBezTo>
                    <a:cubicBezTo>
                      <a:pt x="1115" y="1757"/>
                      <a:pt x="1441" y="1431"/>
                      <a:pt x="1441" y="1041"/>
                    </a:cubicBezTo>
                    <a:lnTo>
                      <a:pt x="1441" y="725"/>
                    </a:lnTo>
                    <a:cubicBezTo>
                      <a:pt x="1441" y="326"/>
                      <a:pt x="1115" y="1"/>
                      <a:pt x="7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611;p43"/>
          <p:cNvGrpSpPr/>
          <p:nvPr/>
        </p:nvGrpSpPr>
        <p:grpSpPr>
          <a:xfrm>
            <a:off x="672945" y="3333750"/>
            <a:ext cx="406012" cy="421031"/>
            <a:chOff x="8024709" y="2982890"/>
            <a:chExt cx="406012" cy="421031"/>
          </a:xfrm>
        </p:grpSpPr>
        <p:sp>
          <p:nvSpPr>
            <p:cNvPr id="612" name="Google Shape;612;p43"/>
            <p:cNvSpPr/>
            <p:nvPr/>
          </p:nvSpPr>
          <p:spPr>
            <a:xfrm>
              <a:off x="8024709" y="2982889"/>
              <a:ext cx="140826" cy="141290"/>
            </a:xfrm>
            <a:custGeom>
              <a:avLst/>
              <a:gdLst/>
              <a:ahLst/>
              <a:cxnLst/>
              <a:rect l="l" t="t" r="r" b="b"/>
              <a:pathLst>
                <a:path w="2825" h="2735" extrusionOk="0">
                  <a:moveTo>
                    <a:pt x="507" y="0"/>
                  </a:moveTo>
                  <a:cubicBezTo>
                    <a:pt x="391" y="0"/>
                    <a:pt x="274" y="44"/>
                    <a:pt x="186" y="133"/>
                  </a:cubicBezTo>
                  <a:cubicBezTo>
                    <a:pt x="0" y="309"/>
                    <a:pt x="0" y="606"/>
                    <a:pt x="186" y="783"/>
                  </a:cubicBezTo>
                  <a:lnTo>
                    <a:pt x="604" y="1201"/>
                  </a:lnTo>
                  <a:cubicBezTo>
                    <a:pt x="697" y="1294"/>
                    <a:pt x="697" y="1443"/>
                    <a:pt x="604" y="1536"/>
                  </a:cubicBezTo>
                  <a:lnTo>
                    <a:pt x="186" y="1954"/>
                  </a:lnTo>
                  <a:cubicBezTo>
                    <a:pt x="0" y="2130"/>
                    <a:pt x="0" y="2418"/>
                    <a:pt x="186" y="2595"/>
                  </a:cubicBezTo>
                  <a:cubicBezTo>
                    <a:pt x="274" y="2688"/>
                    <a:pt x="391" y="2734"/>
                    <a:pt x="507" y="2734"/>
                  </a:cubicBezTo>
                  <a:cubicBezTo>
                    <a:pt x="623" y="2734"/>
                    <a:pt x="739" y="2688"/>
                    <a:pt x="827" y="2595"/>
                  </a:cubicBezTo>
                  <a:lnTo>
                    <a:pt x="1245" y="2177"/>
                  </a:lnTo>
                  <a:cubicBezTo>
                    <a:pt x="1292" y="2130"/>
                    <a:pt x="1352" y="2107"/>
                    <a:pt x="1413" y="2107"/>
                  </a:cubicBezTo>
                  <a:cubicBezTo>
                    <a:pt x="1473" y="2107"/>
                    <a:pt x="1533" y="2130"/>
                    <a:pt x="1580" y="2177"/>
                  </a:cubicBezTo>
                  <a:lnTo>
                    <a:pt x="1998" y="2595"/>
                  </a:lnTo>
                  <a:cubicBezTo>
                    <a:pt x="2091" y="2688"/>
                    <a:pt x="2209" y="2734"/>
                    <a:pt x="2327" y="2734"/>
                  </a:cubicBezTo>
                  <a:cubicBezTo>
                    <a:pt x="2444" y="2734"/>
                    <a:pt x="2560" y="2688"/>
                    <a:pt x="2648" y="2595"/>
                  </a:cubicBezTo>
                  <a:cubicBezTo>
                    <a:pt x="2825" y="2418"/>
                    <a:pt x="2825" y="2130"/>
                    <a:pt x="2648" y="1954"/>
                  </a:cubicBezTo>
                  <a:lnTo>
                    <a:pt x="2230" y="1536"/>
                  </a:lnTo>
                  <a:cubicBezTo>
                    <a:pt x="2137" y="1443"/>
                    <a:pt x="2137" y="1294"/>
                    <a:pt x="2230" y="1201"/>
                  </a:cubicBezTo>
                  <a:lnTo>
                    <a:pt x="2648" y="783"/>
                  </a:lnTo>
                  <a:cubicBezTo>
                    <a:pt x="2825" y="606"/>
                    <a:pt x="2825" y="309"/>
                    <a:pt x="2648" y="133"/>
                  </a:cubicBezTo>
                  <a:cubicBezTo>
                    <a:pt x="2560" y="44"/>
                    <a:pt x="2444" y="0"/>
                    <a:pt x="2327" y="0"/>
                  </a:cubicBezTo>
                  <a:cubicBezTo>
                    <a:pt x="2209" y="0"/>
                    <a:pt x="2091" y="44"/>
                    <a:pt x="1998" y="133"/>
                  </a:cubicBezTo>
                  <a:lnTo>
                    <a:pt x="1580" y="551"/>
                  </a:lnTo>
                  <a:cubicBezTo>
                    <a:pt x="1533" y="597"/>
                    <a:pt x="1473" y="620"/>
                    <a:pt x="1413" y="620"/>
                  </a:cubicBezTo>
                  <a:cubicBezTo>
                    <a:pt x="1352" y="620"/>
                    <a:pt x="1292" y="597"/>
                    <a:pt x="1245" y="551"/>
                  </a:cubicBezTo>
                  <a:lnTo>
                    <a:pt x="827" y="133"/>
                  </a:lnTo>
                  <a:cubicBezTo>
                    <a:pt x="739" y="44"/>
                    <a:pt x="623" y="0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3"/>
            <p:cNvSpPr/>
            <p:nvPr/>
          </p:nvSpPr>
          <p:spPr>
            <a:xfrm>
              <a:off x="8258389" y="3223885"/>
              <a:ext cx="172331" cy="180035"/>
            </a:xfrm>
            <a:custGeom>
              <a:avLst/>
              <a:gdLst/>
              <a:ahLst/>
              <a:cxnLst/>
              <a:rect l="l" t="t" r="r" b="b"/>
              <a:pathLst>
                <a:path w="3457" h="3485" extrusionOk="0">
                  <a:moveTo>
                    <a:pt x="1729" y="1"/>
                  </a:moveTo>
                  <a:cubicBezTo>
                    <a:pt x="1682" y="10"/>
                    <a:pt x="1654" y="38"/>
                    <a:pt x="1636" y="66"/>
                  </a:cubicBezTo>
                  <a:cubicBezTo>
                    <a:pt x="1301" y="688"/>
                    <a:pt x="846" y="1339"/>
                    <a:pt x="66" y="1636"/>
                  </a:cubicBezTo>
                  <a:cubicBezTo>
                    <a:pt x="38" y="1654"/>
                    <a:pt x="10" y="1673"/>
                    <a:pt x="1" y="1701"/>
                  </a:cubicBezTo>
                  <a:cubicBezTo>
                    <a:pt x="1" y="1704"/>
                    <a:pt x="1" y="1707"/>
                    <a:pt x="1" y="1710"/>
                  </a:cubicBezTo>
                  <a:lnTo>
                    <a:pt x="1" y="1719"/>
                  </a:lnTo>
                  <a:cubicBezTo>
                    <a:pt x="1" y="1729"/>
                    <a:pt x="1" y="1738"/>
                    <a:pt x="1" y="1747"/>
                  </a:cubicBezTo>
                  <a:cubicBezTo>
                    <a:pt x="1" y="1757"/>
                    <a:pt x="1" y="1766"/>
                    <a:pt x="1" y="1775"/>
                  </a:cubicBezTo>
                  <a:lnTo>
                    <a:pt x="1" y="1785"/>
                  </a:lnTo>
                  <a:cubicBezTo>
                    <a:pt x="1" y="1789"/>
                    <a:pt x="1" y="1791"/>
                    <a:pt x="1" y="1794"/>
                  </a:cubicBezTo>
                  <a:cubicBezTo>
                    <a:pt x="10" y="1822"/>
                    <a:pt x="38" y="1840"/>
                    <a:pt x="66" y="1850"/>
                  </a:cubicBezTo>
                  <a:cubicBezTo>
                    <a:pt x="846" y="2156"/>
                    <a:pt x="1301" y="2806"/>
                    <a:pt x="1636" y="3420"/>
                  </a:cubicBezTo>
                  <a:cubicBezTo>
                    <a:pt x="1654" y="3457"/>
                    <a:pt x="1682" y="3485"/>
                    <a:pt x="1729" y="3485"/>
                  </a:cubicBezTo>
                  <a:cubicBezTo>
                    <a:pt x="1766" y="3485"/>
                    <a:pt x="1803" y="3457"/>
                    <a:pt x="1822" y="3420"/>
                  </a:cubicBezTo>
                  <a:cubicBezTo>
                    <a:pt x="2156" y="2806"/>
                    <a:pt x="2611" y="2147"/>
                    <a:pt x="3382" y="1850"/>
                  </a:cubicBezTo>
                  <a:cubicBezTo>
                    <a:pt x="3410" y="1840"/>
                    <a:pt x="3438" y="1822"/>
                    <a:pt x="3457" y="1794"/>
                  </a:cubicBezTo>
                  <a:cubicBezTo>
                    <a:pt x="3457" y="1791"/>
                    <a:pt x="3457" y="1789"/>
                    <a:pt x="3457" y="1785"/>
                  </a:cubicBezTo>
                  <a:lnTo>
                    <a:pt x="3457" y="1775"/>
                  </a:lnTo>
                  <a:cubicBezTo>
                    <a:pt x="3457" y="1757"/>
                    <a:pt x="3457" y="1738"/>
                    <a:pt x="3457" y="1719"/>
                  </a:cubicBezTo>
                  <a:lnTo>
                    <a:pt x="3457" y="1710"/>
                  </a:lnTo>
                  <a:cubicBezTo>
                    <a:pt x="3457" y="1707"/>
                    <a:pt x="3457" y="1704"/>
                    <a:pt x="3457" y="1701"/>
                  </a:cubicBezTo>
                  <a:cubicBezTo>
                    <a:pt x="3438" y="1673"/>
                    <a:pt x="3410" y="1654"/>
                    <a:pt x="3382" y="1636"/>
                  </a:cubicBezTo>
                  <a:cubicBezTo>
                    <a:pt x="2611" y="1339"/>
                    <a:pt x="2156" y="688"/>
                    <a:pt x="1822" y="66"/>
                  </a:cubicBezTo>
                  <a:cubicBezTo>
                    <a:pt x="1803" y="38"/>
                    <a:pt x="1766" y="10"/>
                    <a:pt x="1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623054" y="1614513"/>
            <a:ext cx="567141" cy="617767"/>
            <a:chOff x="713224" y="2571739"/>
            <a:chExt cx="567141" cy="617767"/>
          </a:xfrm>
        </p:grpSpPr>
        <p:sp>
          <p:nvSpPr>
            <p:cNvPr id="615" name="Google Shape;615;p43"/>
            <p:cNvSpPr/>
            <p:nvPr/>
          </p:nvSpPr>
          <p:spPr>
            <a:xfrm>
              <a:off x="1095425" y="3009936"/>
              <a:ext cx="173279" cy="179570"/>
            </a:xfrm>
            <a:custGeom>
              <a:avLst/>
              <a:gdLst/>
              <a:ahLst/>
              <a:cxnLst/>
              <a:rect l="l" t="t" r="r" b="b"/>
              <a:pathLst>
                <a:path w="3476" h="3476" extrusionOk="0">
                  <a:moveTo>
                    <a:pt x="1738" y="1"/>
                  </a:moveTo>
                  <a:cubicBezTo>
                    <a:pt x="1487" y="1"/>
                    <a:pt x="1283" y="205"/>
                    <a:pt x="1283" y="456"/>
                  </a:cubicBezTo>
                  <a:lnTo>
                    <a:pt x="1283" y="1051"/>
                  </a:lnTo>
                  <a:cubicBezTo>
                    <a:pt x="1283" y="1172"/>
                    <a:pt x="1171" y="1283"/>
                    <a:pt x="1050" y="1283"/>
                  </a:cubicBezTo>
                  <a:lnTo>
                    <a:pt x="456" y="1283"/>
                  </a:lnTo>
                  <a:cubicBezTo>
                    <a:pt x="205" y="1283"/>
                    <a:pt x="1" y="1487"/>
                    <a:pt x="1" y="1738"/>
                  </a:cubicBezTo>
                  <a:cubicBezTo>
                    <a:pt x="1" y="1989"/>
                    <a:pt x="205" y="2194"/>
                    <a:pt x="456" y="2194"/>
                  </a:cubicBezTo>
                  <a:lnTo>
                    <a:pt x="1050" y="2194"/>
                  </a:lnTo>
                  <a:cubicBezTo>
                    <a:pt x="1171" y="2194"/>
                    <a:pt x="1283" y="2296"/>
                    <a:pt x="1283" y="2426"/>
                  </a:cubicBezTo>
                  <a:lnTo>
                    <a:pt x="1283" y="3020"/>
                  </a:lnTo>
                  <a:cubicBezTo>
                    <a:pt x="1283" y="3271"/>
                    <a:pt x="1487" y="3476"/>
                    <a:pt x="1738" y="3476"/>
                  </a:cubicBezTo>
                  <a:cubicBezTo>
                    <a:pt x="1989" y="3476"/>
                    <a:pt x="2193" y="3271"/>
                    <a:pt x="2193" y="3020"/>
                  </a:cubicBezTo>
                  <a:lnTo>
                    <a:pt x="2193" y="2426"/>
                  </a:lnTo>
                  <a:cubicBezTo>
                    <a:pt x="2193" y="2296"/>
                    <a:pt x="2295" y="2194"/>
                    <a:pt x="2426" y="2194"/>
                  </a:cubicBezTo>
                  <a:lnTo>
                    <a:pt x="3020" y="2194"/>
                  </a:lnTo>
                  <a:cubicBezTo>
                    <a:pt x="3271" y="2194"/>
                    <a:pt x="3475" y="1989"/>
                    <a:pt x="3475" y="1738"/>
                  </a:cubicBezTo>
                  <a:cubicBezTo>
                    <a:pt x="3475" y="1487"/>
                    <a:pt x="3271" y="1283"/>
                    <a:pt x="3020" y="1283"/>
                  </a:cubicBezTo>
                  <a:lnTo>
                    <a:pt x="2426" y="1283"/>
                  </a:lnTo>
                  <a:cubicBezTo>
                    <a:pt x="2295" y="1283"/>
                    <a:pt x="2193" y="1172"/>
                    <a:pt x="2193" y="1051"/>
                  </a:cubicBezTo>
                  <a:lnTo>
                    <a:pt x="2193" y="456"/>
                  </a:lnTo>
                  <a:cubicBezTo>
                    <a:pt x="2193" y="205"/>
                    <a:pt x="1989" y="1"/>
                    <a:pt x="17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3"/>
            <p:cNvSpPr/>
            <p:nvPr/>
          </p:nvSpPr>
          <p:spPr>
            <a:xfrm rot="1800110">
              <a:off x="1056829" y="2607512"/>
              <a:ext cx="191333" cy="180090"/>
            </a:xfrm>
            <a:custGeom>
              <a:avLst/>
              <a:gdLst/>
              <a:ahLst/>
              <a:cxnLst/>
              <a:rect l="l" t="t" r="r" b="b"/>
              <a:pathLst>
                <a:path w="3838" h="3486" extrusionOk="0">
                  <a:moveTo>
                    <a:pt x="1915" y="1"/>
                  </a:moveTo>
                  <a:cubicBezTo>
                    <a:pt x="1805" y="1"/>
                    <a:pt x="1696" y="63"/>
                    <a:pt x="1655" y="189"/>
                  </a:cubicBezTo>
                  <a:lnTo>
                    <a:pt x="1413" y="932"/>
                  </a:lnTo>
                  <a:cubicBezTo>
                    <a:pt x="1376" y="1044"/>
                    <a:pt x="1274" y="1118"/>
                    <a:pt x="1153" y="1118"/>
                  </a:cubicBezTo>
                  <a:lnTo>
                    <a:pt x="372" y="1118"/>
                  </a:lnTo>
                  <a:cubicBezTo>
                    <a:pt x="112" y="1118"/>
                    <a:pt x="1" y="1462"/>
                    <a:pt x="214" y="1610"/>
                  </a:cubicBezTo>
                  <a:lnTo>
                    <a:pt x="846" y="2075"/>
                  </a:lnTo>
                  <a:cubicBezTo>
                    <a:pt x="939" y="2149"/>
                    <a:pt x="986" y="2270"/>
                    <a:pt x="948" y="2381"/>
                  </a:cubicBezTo>
                  <a:lnTo>
                    <a:pt x="707" y="3125"/>
                  </a:lnTo>
                  <a:cubicBezTo>
                    <a:pt x="643" y="3316"/>
                    <a:pt x="795" y="3485"/>
                    <a:pt x="966" y="3485"/>
                  </a:cubicBezTo>
                  <a:cubicBezTo>
                    <a:pt x="1019" y="3485"/>
                    <a:pt x="1074" y="3469"/>
                    <a:pt x="1125" y="3431"/>
                  </a:cubicBezTo>
                  <a:lnTo>
                    <a:pt x="1757" y="2967"/>
                  </a:lnTo>
                  <a:cubicBezTo>
                    <a:pt x="1803" y="2934"/>
                    <a:pt x="1859" y="2918"/>
                    <a:pt x="1916" y="2918"/>
                  </a:cubicBezTo>
                  <a:cubicBezTo>
                    <a:pt x="1973" y="2918"/>
                    <a:pt x="2031" y="2934"/>
                    <a:pt x="2082" y="2967"/>
                  </a:cubicBezTo>
                  <a:lnTo>
                    <a:pt x="2714" y="3431"/>
                  </a:lnTo>
                  <a:cubicBezTo>
                    <a:pt x="2765" y="3469"/>
                    <a:pt x="2820" y="3485"/>
                    <a:pt x="2873" y="3485"/>
                  </a:cubicBezTo>
                  <a:cubicBezTo>
                    <a:pt x="3043" y="3485"/>
                    <a:pt x="3195" y="3316"/>
                    <a:pt x="3132" y="3125"/>
                  </a:cubicBezTo>
                  <a:lnTo>
                    <a:pt x="2890" y="2381"/>
                  </a:lnTo>
                  <a:cubicBezTo>
                    <a:pt x="2853" y="2270"/>
                    <a:pt x="2890" y="2149"/>
                    <a:pt x="2992" y="2075"/>
                  </a:cubicBezTo>
                  <a:lnTo>
                    <a:pt x="3624" y="1610"/>
                  </a:lnTo>
                  <a:cubicBezTo>
                    <a:pt x="3838" y="1452"/>
                    <a:pt x="3726" y="1118"/>
                    <a:pt x="3457" y="1118"/>
                  </a:cubicBezTo>
                  <a:lnTo>
                    <a:pt x="2677" y="1118"/>
                  </a:lnTo>
                  <a:cubicBezTo>
                    <a:pt x="2556" y="1118"/>
                    <a:pt x="2454" y="1044"/>
                    <a:pt x="2416" y="932"/>
                  </a:cubicBezTo>
                  <a:lnTo>
                    <a:pt x="2175" y="189"/>
                  </a:lnTo>
                  <a:cubicBezTo>
                    <a:pt x="2133" y="63"/>
                    <a:pt x="2024" y="1"/>
                    <a:pt x="1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3"/>
            <p:cNvSpPr/>
            <p:nvPr/>
          </p:nvSpPr>
          <p:spPr>
            <a:xfrm>
              <a:off x="713224" y="2982900"/>
              <a:ext cx="176400" cy="183000"/>
            </a:xfrm>
            <a:prstGeom prst="donut">
              <a:avLst>
                <a:gd name="adj" fmla="val 2252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Picture 18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17" y="412661"/>
            <a:ext cx="899979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210" y="383204"/>
            <a:ext cx="877763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3"/>
          <p:cNvSpPr txBox="1">
            <a:spLocks noGrp="1"/>
          </p:cNvSpPr>
          <p:nvPr>
            <p:ph type="title"/>
          </p:nvPr>
        </p:nvSpPr>
        <p:spPr>
          <a:xfrm>
            <a:off x="743358" y="2083575"/>
            <a:ext cx="77175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  <a:endParaRPr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4" name="Google Shape;604;p43"/>
          <p:cNvGrpSpPr/>
          <p:nvPr/>
        </p:nvGrpSpPr>
        <p:grpSpPr>
          <a:xfrm rot="1200044">
            <a:off x="7244531" y="621140"/>
            <a:ext cx="731457" cy="606900"/>
            <a:chOff x="575787" y="2342429"/>
            <a:chExt cx="731525" cy="606957"/>
          </a:xfrm>
        </p:grpSpPr>
        <p:sp>
          <p:nvSpPr>
            <p:cNvPr id="605" name="Google Shape;605;p43"/>
            <p:cNvSpPr/>
            <p:nvPr/>
          </p:nvSpPr>
          <p:spPr>
            <a:xfrm>
              <a:off x="576136" y="2342429"/>
              <a:ext cx="730828" cy="606957"/>
            </a:xfrm>
            <a:custGeom>
              <a:avLst/>
              <a:gdLst/>
              <a:ahLst/>
              <a:cxnLst/>
              <a:rect l="l" t="t" r="r" b="b"/>
              <a:pathLst>
                <a:path w="14676" h="12172" extrusionOk="0">
                  <a:moveTo>
                    <a:pt x="7341" y="0"/>
                  </a:moveTo>
                  <a:cubicBezTo>
                    <a:pt x="7034" y="0"/>
                    <a:pt x="6725" y="149"/>
                    <a:pt x="6539" y="446"/>
                  </a:cubicBezTo>
                  <a:lnTo>
                    <a:pt x="583" y="10035"/>
                  </a:lnTo>
                  <a:cubicBezTo>
                    <a:pt x="0" y="10969"/>
                    <a:pt x="662" y="12171"/>
                    <a:pt x="1760" y="12171"/>
                  </a:cubicBezTo>
                  <a:cubicBezTo>
                    <a:pt x="1764" y="12171"/>
                    <a:pt x="1768" y="12171"/>
                    <a:pt x="1773" y="12171"/>
                  </a:cubicBezTo>
                  <a:lnTo>
                    <a:pt x="12903" y="12171"/>
                  </a:lnTo>
                  <a:cubicBezTo>
                    <a:pt x="12907" y="12171"/>
                    <a:pt x="12912" y="12171"/>
                    <a:pt x="12916" y="12171"/>
                  </a:cubicBezTo>
                  <a:cubicBezTo>
                    <a:pt x="14014" y="12171"/>
                    <a:pt x="14676" y="10969"/>
                    <a:pt x="14092" y="10035"/>
                  </a:cubicBezTo>
                  <a:lnTo>
                    <a:pt x="8137" y="446"/>
                  </a:lnTo>
                  <a:cubicBezTo>
                    <a:pt x="7956" y="149"/>
                    <a:pt x="7649" y="0"/>
                    <a:pt x="7341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6" name="Google Shape;606;p43"/>
            <p:cNvGrpSpPr/>
            <p:nvPr/>
          </p:nvGrpSpPr>
          <p:grpSpPr>
            <a:xfrm>
              <a:off x="575787" y="2342429"/>
              <a:ext cx="731525" cy="606957"/>
              <a:chOff x="857125" y="2195550"/>
              <a:chExt cx="367250" cy="304300"/>
            </a:xfrm>
          </p:grpSpPr>
          <p:sp>
            <p:nvSpPr>
              <p:cNvPr id="607" name="Google Shape;607;p43"/>
              <p:cNvSpPr/>
              <p:nvPr/>
            </p:nvSpPr>
            <p:spPr>
              <a:xfrm>
                <a:off x="857125" y="2195550"/>
                <a:ext cx="367250" cy="304300"/>
              </a:xfrm>
              <a:custGeom>
                <a:avLst/>
                <a:gdLst/>
                <a:ahLst/>
                <a:cxnLst/>
                <a:rect l="l" t="t" r="r" b="b"/>
                <a:pathLst>
                  <a:path w="14690" h="12172" extrusionOk="0">
                    <a:moveTo>
                      <a:pt x="7345" y="1"/>
                    </a:moveTo>
                    <a:cubicBezTo>
                      <a:pt x="7036" y="1"/>
                      <a:pt x="6727" y="149"/>
                      <a:pt x="6541" y="447"/>
                    </a:cubicBezTo>
                    <a:lnTo>
                      <a:pt x="585" y="10035"/>
                    </a:lnTo>
                    <a:cubicBezTo>
                      <a:pt x="0" y="10964"/>
                      <a:pt x="678" y="12172"/>
                      <a:pt x="1775" y="12172"/>
                    </a:cubicBezTo>
                    <a:lnTo>
                      <a:pt x="12914" y="12172"/>
                    </a:lnTo>
                    <a:cubicBezTo>
                      <a:pt x="14011" y="12172"/>
                      <a:pt x="14689" y="10964"/>
                      <a:pt x="14104" y="10035"/>
                    </a:cubicBezTo>
                    <a:lnTo>
                      <a:pt x="8148" y="447"/>
                    </a:lnTo>
                    <a:cubicBezTo>
                      <a:pt x="7962" y="149"/>
                      <a:pt x="7654" y="1"/>
                      <a:pt x="73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3"/>
              <p:cNvSpPr/>
              <p:nvPr/>
            </p:nvSpPr>
            <p:spPr>
              <a:xfrm>
                <a:off x="884525" y="2216525"/>
                <a:ext cx="312425" cy="269175"/>
              </a:xfrm>
              <a:custGeom>
                <a:avLst/>
                <a:gdLst/>
                <a:ahLst/>
                <a:cxnLst/>
                <a:rect l="l" t="t" r="r" b="b"/>
                <a:pathLst>
                  <a:path w="12497" h="10767" extrusionOk="0">
                    <a:moveTo>
                      <a:pt x="6253" y="593"/>
                    </a:moveTo>
                    <a:cubicBezTo>
                      <a:pt x="6346" y="593"/>
                      <a:pt x="6430" y="648"/>
                      <a:pt x="6476" y="732"/>
                    </a:cubicBezTo>
                    <a:lnTo>
                      <a:pt x="11818" y="9707"/>
                    </a:lnTo>
                    <a:cubicBezTo>
                      <a:pt x="11874" y="9800"/>
                      <a:pt x="11874" y="9930"/>
                      <a:pt x="11818" y="10032"/>
                    </a:cubicBezTo>
                    <a:cubicBezTo>
                      <a:pt x="11772" y="10116"/>
                      <a:pt x="11679" y="10171"/>
                      <a:pt x="11586" y="10171"/>
                    </a:cubicBezTo>
                    <a:lnTo>
                      <a:pt x="911" y="10171"/>
                    </a:lnTo>
                    <a:cubicBezTo>
                      <a:pt x="818" y="10171"/>
                      <a:pt x="725" y="10116"/>
                      <a:pt x="679" y="10032"/>
                    </a:cubicBezTo>
                    <a:cubicBezTo>
                      <a:pt x="623" y="9930"/>
                      <a:pt x="623" y="9800"/>
                      <a:pt x="679" y="9707"/>
                    </a:cubicBezTo>
                    <a:lnTo>
                      <a:pt x="6021" y="732"/>
                    </a:lnTo>
                    <a:cubicBezTo>
                      <a:pt x="6067" y="648"/>
                      <a:pt x="6151" y="593"/>
                      <a:pt x="6253" y="593"/>
                    </a:cubicBezTo>
                    <a:close/>
                    <a:moveTo>
                      <a:pt x="6249" y="0"/>
                    </a:moveTo>
                    <a:cubicBezTo>
                      <a:pt x="5958" y="0"/>
                      <a:pt x="5668" y="142"/>
                      <a:pt x="5501" y="425"/>
                    </a:cubicBezTo>
                    <a:lnTo>
                      <a:pt x="168" y="9400"/>
                    </a:lnTo>
                    <a:cubicBezTo>
                      <a:pt x="0" y="9688"/>
                      <a:pt x="0" y="10032"/>
                      <a:pt x="158" y="10320"/>
                    </a:cubicBezTo>
                    <a:cubicBezTo>
                      <a:pt x="316" y="10599"/>
                      <a:pt x="604" y="10766"/>
                      <a:pt x="911" y="10766"/>
                    </a:cubicBezTo>
                    <a:lnTo>
                      <a:pt x="11586" y="10766"/>
                    </a:lnTo>
                    <a:cubicBezTo>
                      <a:pt x="11893" y="10766"/>
                      <a:pt x="12181" y="10599"/>
                      <a:pt x="12339" y="10320"/>
                    </a:cubicBezTo>
                    <a:cubicBezTo>
                      <a:pt x="12497" y="10032"/>
                      <a:pt x="12497" y="9688"/>
                      <a:pt x="12329" y="9400"/>
                    </a:cubicBezTo>
                    <a:lnTo>
                      <a:pt x="6997" y="425"/>
                    </a:lnTo>
                    <a:cubicBezTo>
                      <a:pt x="6829" y="142"/>
                      <a:pt x="6539" y="0"/>
                      <a:pt x="62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43"/>
              <p:cNvSpPr/>
              <p:nvPr/>
            </p:nvSpPr>
            <p:spPr>
              <a:xfrm>
                <a:off x="1022725" y="2274075"/>
                <a:ext cx="3602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5018" extrusionOk="0">
                    <a:moveTo>
                      <a:pt x="725" y="0"/>
                    </a:moveTo>
                    <a:cubicBezTo>
                      <a:pt x="326" y="0"/>
                      <a:pt x="1" y="316"/>
                      <a:pt x="1" y="715"/>
                    </a:cubicBezTo>
                    <a:lnTo>
                      <a:pt x="1" y="4292"/>
                    </a:lnTo>
                    <a:cubicBezTo>
                      <a:pt x="1" y="4692"/>
                      <a:pt x="326" y="5017"/>
                      <a:pt x="725" y="5017"/>
                    </a:cubicBezTo>
                    <a:cubicBezTo>
                      <a:pt x="1115" y="5017"/>
                      <a:pt x="1441" y="4692"/>
                      <a:pt x="1441" y="4292"/>
                    </a:cubicBezTo>
                    <a:lnTo>
                      <a:pt x="1441" y="715"/>
                    </a:lnTo>
                    <a:cubicBezTo>
                      <a:pt x="1441" y="316"/>
                      <a:pt x="1115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43"/>
              <p:cNvSpPr/>
              <p:nvPr/>
            </p:nvSpPr>
            <p:spPr>
              <a:xfrm>
                <a:off x="1022725" y="2409475"/>
                <a:ext cx="36025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757" extrusionOk="0">
                    <a:moveTo>
                      <a:pt x="725" y="1"/>
                    </a:moveTo>
                    <a:cubicBezTo>
                      <a:pt x="326" y="1"/>
                      <a:pt x="1" y="326"/>
                      <a:pt x="1" y="725"/>
                    </a:cubicBezTo>
                    <a:lnTo>
                      <a:pt x="1" y="1041"/>
                    </a:lnTo>
                    <a:cubicBezTo>
                      <a:pt x="1" y="1431"/>
                      <a:pt x="326" y="1757"/>
                      <a:pt x="725" y="1757"/>
                    </a:cubicBezTo>
                    <a:cubicBezTo>
                      <a:pt x="1115" y="1757"/>
                      <a:pt x="1441" y="1431"/>
                      <a:pt x="1441" y="1041"/>
                    </a:cubicBezTo>
                    <a:lnTo>
                      <a:pt x="1441" y="725"/>
                    </a:lnTo>
                    <a:cubicBezTo>
                      <a:pt x="1441" y="326"/>
                      <a:pt x="1115" y="1"/>
                      <a:pt x="7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1" name="Google Shape;611;p43"/>
          <p:cNvGrpSpPr/>
          <p:nvPr/>
        </p:nvGrpSpPr>
        <p:grpSpPr>
          <a:xfrm>
            <a:off x="672945" y="3333750"/>
            <a:ext cx="406012" cy="421031"/>
            <a:chOff x="8024709" y="2982890"/>
            <a:chExt cx="406012" cy="421031"/>
          </a:xfrm>
        </p:grpSpPr>
        <p:sp>
          <p:nvSpPr>
            <p:cNvPr id="612" name="Google Shape;612;p43"/>
            <p:cNvSpPr/>
            <p:nvPr/>
          </p:nvSpPr>
          <p:spPr>
            <a:xfrm>
              <a:off x="8024709" y="2982889"/>
              <a:ext cx="140826" cy="141290"/>
            </a:xfrm>
            <a:custGeom>
              <a:avLst/>
              <a:gdLst/>
              <a:ahLst/>
              <a:cxnLst/>
              <a:rect l="l" t="t" r="r" b="b"/>
              <a:pathLst>
                <a:path w="2825" h="2735" extrusionOk="0">
                  <a:moveTo>
                    <a:pt x="507" y="0"/>
                  </a:moveTo>
                  <a:cubicBezTo>
                    <a:pt x="391" y="0"/>
                    <a:pt x="274" y="44"/>
                    <a:pt x="186" y="133"/>
                  </a:cubicBezTo>
                  <a:cubicBezTo>
                    <a:pt x="0" y="309"/>
                    <a:pt x="0" y="606"/>
                    <a:pt x="186" y="783"/>
                  </a:cubicBezTo>
                  <a:lnTo>
                    <a:pt x="604" y="1201"/>
                  </a:lnTo>
                  <a:cubicBezTo>
                    <a:pt x="697" y="1294"/>
                    <a:pt x="697" y="1443"/>
                    <a:pt x="604" y="1536"/>
                  </a:cubicBezTo>
                  <a:lnTo>
                    <a:pt x="186" y="1954"/>
                  </a:lnTo>
                  <a:cubicBezTo>
                    <a:pt x="0" y="2130"/>
                    <a:pt x="0" y="2418"/>
                    <a:pt x="186" y="2595"/>
                  </a:cubicBezTo>
                  <a:cubicBezTo>
                    <a:pt x="274" y="2688"/>
                    <a:pt x="391" y="2734"/>
                    <a:pt x="507" y="2734"/>
                  </a:cubicBezTo>
                  <a:cubicBezTo>
                    <a:pt x="623" y="2734"/>
                    <a:pt x="739" y="2688"/>
                    <a:pt x="827" y="2595"/>
                  </a:cubicBezTo>
                  <a:lnTo>
                    <a:pt x="1245" y="2177"/>
                  </a:lnTo>
                  <a:cubicBezTo>
                    <a:pt x="1292" y="2130"/>
                    <a:pt x="1352" y="2107"/>
                    <a:pt x="1413" y="2107"/>
                  </a:cubicBezTo>
                  <a:cubicBezTo>
                    <a:pt x="1473" y="2107"/>
                    <a:pt x="1533" y="2130"/>
                    <a:pt x="1580" y="2177"/>
                  </a:cubicBezTo>
                  <a:lnTo>
                    <a:pt x="1998" y="2595"/>
                  </a:lnTo>
                  <a:cubicBezTo>
                    <a:pt x="2091" y="2688"/>
                    <a:pt x="2209" y="2734"/>
                    <a:pt x="2327" y="2734"/>
                  </a:cubicBezTo>
                  <a:cubicBezTo>
                    <a:pt x="2444" y="2734"/>
                    <a:pt x="2560" y="2688"/>
                    <a:pt x="2648" y="2595"/>
                  </a:cubicBezTo>
                  <a:cubicBezTo>
                    <a:pt x="2825" y="2418"/>
                    <a:pt x="2825" y="2130"/>
                    <a:pt x="2648" y="1954"/>
                  </a:cubicBezTo>
                  <a:lnTo>
                    <a:pt x="2230" y="1536"/>
                  </a:lnTo>
                  <a:cubicBezTo>
                    <a:pt x="2137" y="1443"/>
                    <a:pt x="2137" y="1294"/>
                    <a:pt x="2230" y="1201"/>
                  </a:cubicBezTo>
                  <a:lnTo>
                    <a:pt x="2648" y="783"/>
                  </a:lnTo>
                  <a:cubicBezTo>
                    <a:pt x="2825" y="606"/>
                    <a:pt x="2825" y="309"/>
                    <a:pt x="2648" y="133"/>
                  </a:cubicBezTo>
                  <a:cubicBezTo>
                    <a:pt x="2560" y="44"/>
                    <a:pt x="2444" y="0"/>
                    <a:pt x="2327" y="0"/>
                  </a:cubicBezTo>
                  <a:cubicBezTo>
                    <a:pt x="2209" y="0"/>
                    <a:pt x="2091" y="44"/>
                    <a:pt x="1998" y="133"/>
                  </a:cubicBezTo>
                  <a:lnTo>
                    <a:pt x="1580" y="551"/>
                  </a:lnTo>
                  <a:cubicBezTo>
                    <a:pt x="1533" y="597"/>
                    <a:pt x="1473" y="620"/>
                    <a:pt x="1413" y="620"/>
                  </a:cubicBezTo>
                  <a:cubicBezTo>
                    <a:pt x="1352" y="620"/>
                    <a:pt x="1292" y="597"/>
                    <a:pt x="1245" y="551"/>
                  </a:cubicBezTo>
                  <a:lnTo>
                    <a:pt x="827" y="133"/>
                  </a:lnTo>
                  <a:cubicBezTo>
                    <a:pt x="739" y="44"/>
                    <a:pt x="623" y="0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3"/>
            <p:cNvSpPr/>
            <p:nvPr/>
          </p:nvSpPr>
          <p:spPr>
            <a:xfrm>
              <a:off x="8258389" y="3223885"/>
              <a:ext cx="172331" cy="180035"/>
            </a:xfrm>
            <a:custGeom>
              <a:avLst/>
              <a:gdLst/>
              <a:ahLst/>
              <a:cxnLst/>
              <a:rect l="l" t="t" r="r" b="b"/>
              <a:pathLst>
                <a:path w="3457" h="3485" extrusionOk="0">
                  <a:moveTo>
                    <a:pt x="1729" y="1"/>
                  </a:moveTo>
                  <a:cubicBezTo>
                    <a:pt x="1682" y="10"/>
                    <a:pt x="1654" y="38"/>
                    <a:pt x="1636" y="66"/>
                  </a:cubicBezTo>
                  <a:cubicBezTo>
                    <a:pt x="1301" y="688"/>
                    <a:pt x="846" y="1339"/>
                    <a:pt x="66" y="1636"/>
                  </a:cubicBezTo>
                  <a:cubicBezTo>
                    <a:pt x="38" y="1654"/>
                    <a:pt x="10" y="1673"/>
                    <a:pt x="1" y="1701"/>
                  </a:cubicBezTo>
                  <a:cubicBezTo>
                    <a:pt x="1" y="1704"/>
                    <a:pt x="1" y="1707"/>
                    <a:pt x="1" y="1710"/>
                  </a:cubicBezTo>
                  <a:lnTo>
                    <a:pt x="1" y="1719"/>
                  </a:lnTo>
                  <a:cubicBezTo>
                    <a:pt x="1" y="1729"/>
                    <a:pt x="1" y="1738"/>
                    <a:pt x="1" y="1747"/>
                  </a:cubicBezTo>
                  <a:cubicBezTo>
                    <a:pt x="1" y="1757"/>
                    <a:pt x="1" y="1766"/>
                    <a:pt x="1" y="1775"/>
                  </a:cubicBezTo>
                  <a:lnTo>
                    <a:pt x="1" y="1785"/>
                  </a:lnTo>
                  <a:cubicBezTo>
                    <a:pt x="1" y="1789"/>
                    <a:pt x="1" y="1791"/>
                    <a:pt x="1" y="1794"/>
                  </a:cubicBezTo>
                  <a:cubicBezTo>
                    <a:pt x="10" y="1822"/>
                    <a:pt x="38" y="1840"/>
                    <a:pt x="66" y="1850"/>
                  </a:cubicBezTo>
                  <a:cubicBezTo>
                    <a:pt x="846" y="2156"/>
                    <a:pt x="1301" y="2806"/>
                    <a:pt x="1636" y="3420"/>
                  </a:cubicBezTo>
                  <a:cubicBezTo>
                    <a:pt x="1654" y="3457"/>
                    <a:pt x="1682" y="3485"/>
                    <a:pt x="1729" y="3485"/>
                  </a:cubicBezTo>
                  <a:cubicBezTo>
                    <a:pt x="1766" y="3485"/>
                    <a:pt x="1803" y="3457"/>
                    <a:pt x="1822" y="3420"/>
                  </a:cubicBezTo>
                  <a:cubicBezTo>
                    <a:pt x="2156" y="2806"/>
                    <a:pt x="2611" y="2147"/>
                    <a:pt x="3382" y="1850"/>
                  </a:cubicBezTo>
                  <a:cubicBezTo>
                    <a:pt x="3410" y="1840"/>
                    <a:pt x="3438" y="1822"/>
                    <a:pt x="3457" y="1794"/>
                  </a:cubicBezTo>
                  <a:cubicBezTo>
                    <a:pt x="3457" y="1791"/>
                    <a:pt x="3457" y="1789"/>
                    <a:pt x="3457" y="1785"/>
                  </a:cubicBezTo>
                  <a:lnTo>
                    <a:pt x="3457" y="1775"/>
                  </a:lnTo>
                  <a:cubicBezTo>
                    <a:pt x="3457" y="1757"/>
                    <a:pt x="3457" y="1738"/>
                    <a:pt x="3457" y="1719"/>
                  </a:cubicBezTo>
                  <a:lnTo>
                    <a:pt x="3457" y="1710"/>
                  </a:lnTo>
                  <a:cubicBezTo>
                    <a:pt x="3457" y="1707"/>
                    <a:pt x="3457" y="1704"/>
                    <a:pt x="3457" y="1701"/>
                  </a:cubicBezTo>
                  <a:cubicBezTo>
                    <a:pt x="3438" y="1673"/>
                    <a:pt x="3410" y="1654"/>
                    <a:pt x="3382" y="1636"/>
                  </a:cubicBezTo>
                  <a:cubicBezTo>
                    <a:pt x="2611" y="1339"/>
                    <a:pt x="2156" y="688"/>
                    <a:pt x="1822" y="66"/>
                  </a:cubicBezTo>
                  <a:cubicBezTo>
                    <a:pt x="1803" y="38"/>
                    <a:pt x="1766" y="10"/>
                    <a:pt x="1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2916829" y="774328"/>
            <a:ext cx="567141" cy="617767"/>
            <a:chOff x="713224" y="2571739"/>
            <a:chExt cx="567141" cy="617767"/>
          </a:xfrm>
        </p:grpSpPr>
        <p:sp>
          <p:nvSpPr>
            <p:cNvPr id="615" name="Google Shape;615;p43"/>
            <p:cNvSpPr/>
            <p:nvPr/>
          </p:nvSpPr>
          <p:spPr>
            <a:xfrm>
              <a:off x="1095425" y="3009936"/>
              <a:ext cx="173279" cy="179570"/>
            </a:xfrm>
            <a:custGeom>
              <a:avLst/>
              <a:gdLst/>
              <a:ahLst/>
              <a:cxnLst/>
              <a:rect l="l" t="t" r="r" b="b"/>
              <a:pathLst>
                <a:path w="3476" h="3476" extrusionOk="0">
                  <a:moveTo>
                    <a:pt x="1738" y="1"/>
                  </a:moveTo>
                  <a:cubicBezTo>
                    <a:pt x="1487" y="1"/>
                    <a:pt x="1283" y="205"/>
                    <a:pt x="1283" y="456"/>
                  </a:cubicBezTo>
                  <a:lnTo>
                    <a:pt x="1283" y="1051"/>
                  </a:lnTo>
                  <a:cubicBezTo>
                    <a:pt x="1283" y="1172"/>
                    <a:pt x="1171" y="1283"/>
                    <a:pt x="1050" y="1283"/>
                  </a:cubicBezTo>
                  <a:lnTo>
                    <a:pt x="456" y="1283"/>
                  </a:lnTo>
                  <a:cubicBezTo>
                    <a:pt x="205" y="1283"/>
                    <a:pt x="1" y="1487"/>
                    <a:pt x="1" y="1738"/>
                  </a:cubicBezTo>
                  <a:cubicBezTo>
                    <a:pt x="1" y="1989"/>
                    <a:pt x="205" y="2194"/>
                    <a:pt x="456" y="2194"/>
                  </a:cubicBezTo>
                  <a:lnTo>
                    <a:pt x="1050" y="2194"/>
                  </a:lnTo>
                  <a:cubicBezTo>
                    <a:pt x="1171" y="2194"/>
                    <a:pt x="1283" y="2296"/>
                    <a:pt x="1283" y="2426"/>
                  </a:cubicBezTo>
                  <a:lnTo>
                    <a:pt x="1283" y="3020"/>
                  </a:lnTo>
                  <a:cubicBezTo>
                    <a:pt x="1283" y="3271"/>
                    <a:pt x="1487" y="3476"/>
                    <a:pt x="1738" y="3476"/>
                  </a:cubicBezTo>
                  <a:cubicBezTo>
                    <a:pt x="1989" y="3476"/>
                    <a:pt x="2193" y="3271"/>
                    <a:pt x="2193" y="3020"/>
                  </a:cubicBezTo>
                  <a:lnTo>
                    <a:pt x="2193" y="2426"/>
                  </a:lnTo>
                  <a:cubicBezTo>
                    <a:pt x="2193" y="2296"/>
                    <a:pt x="2295" y="2194"/>
                    <a:pt x="2426" y="2194"/>
                  </a:cubicBezTo>
                  <a:lnTo>
                    <a:pt x="3020" y="2194"/>
                  </a:lnTo>
                  <a:cubicBezTo>
                    <a:pt x="3271" y="2194"/>
                    <a:pt x="3475" y="1989"/>
                    <a:pt x="3475" y="1738"/>
                  </a:cubicBezTo>
                  <a:cubicBezTo>
                    <a:pt x="3475" y="1487"/>
                    <a:pt x="3271" y="1283"/>
                    <a:pt x="3020" y="1283"/>
                  </a:cubicBezTo>
                  <a:lnTo>
                    <a:pt x="2426" y="1283"/>
                  </a:lnTo>
                  <a:cubicBezTo>
                    <a:pt x="2295" y="1283"/>
                    <a:pt x="2193" y="1172"/>
                    <a:pt x="2193" y="1051"/>
                  </a:cubicBezTo>
                  <a:lnTo>
                    <a:pt x="2193" y="456"/>
                  </a:lnTo>
                  <a:cubicBezTo>
                    <a:pt x="2193" y="205"/>
                    <a:pt x="1989" y="1"/>
                    <a:pt x="17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3"/>
            <p:cNvSpPr/>
            <p:nvPr/>
          </p:nvSpPr>
          <p:spPr>
            <a:xfrm rot="1800110">
              <a:off x="1056829" y="2607512"/>
              <a:ext cx="191333" cy="180090"/>
            </a:xfrm>
            <a:custGeom>
              <a:avLst/>
              <a:gdLst/>
              <a:ahLst/>
              <a:cxnLst/>
              <a:rect l="l" t="t" r="r" b="b"/>
              <a:pathLst>
                <a:path w="3838" h="3486" extrusionOk="0">
                  <a:moveTo>
                    <a:pt x="1915" y="1"/>
                  </a:moveTo>
                  <a:cubicBezTo>
                    <a:pt x="1805" y="1"/>
                    <a:pt x="1696" y="63"/>
                    <a:pt x="1655" y="189"/>
                  </a:cubicBezTo>
                  <a:lnTo>
                    <a:pt x="1413" y="932"/>
                  </a:lnTo>
                  <a:cubicBezTo>
                    <a:pt x="1376" y="1044"/>
                    <a:pt x="1274" y="1118"/>
                    <a:pt x="1153" y="1118"/>
                  </a:cubicBezTo>
                  <a:lnTo>
                    <a:pt x="372" y="1118"/>
                  </a:lnTo>
                  <a:cubicBezTo>
                    <a:pt x="112" y="1118"/>
                    <a:pt x="1" y="1462"/>
                    <a:pt x="214" y="1610"/>
                  </a:cubicBezTo>
                  <a:lnTo>
                    <a:pt x="846" y="2075"/>
                  </a:lnTo>
                  <a:cubicBezTo>
                    <a:pt x="939" y="2149"/>
                    <a:pt x="986" y="2270"/>
                    <a:pt x="948" y="2381"/>
                  </a:cubicBezTo>
                  <a:lnTo>
                    <a:pt x="707" y="3125"/>
                  </a:lnTo>
                  <a:cubicBezTo>
                    <a:pt x="643" y="3316"/>
                    <a:pt x="795" y="3485"/>
                    <a:pt x="966" y="3485"/>
                  </a:cubicBezTo>
                  <a:cubicBezTo>
                    <a:pt x="1019" y="3485"/>
                    <a:pt x="1074" y="3469"/>
                    <a:pt x="1125" y="3431"/>
                  </a:cubicBezTo>
                  <a:lnTo>
                    <a:pt x="1757" y="2967"/>
                  </a:lnTo>
                  <a:cubicBezTo>
                    <a:pt x="1803" y="2934"/>
                    <a:pt x="1859" y="2918"/>
                    <a:pt x="1916" y="2918"/>
                  </a:cubicBezTo>
                  <a:cubicBezTo>
                    <a:pt x="1973" y="2918"/>
                    <a:pt x="2031" y="2934"/>
                    <a:pt x="2082" y="2967"/>
                  </a:cubicBezTo>
                  <a:lnTo>
                    <a:pt x="2714" y="3431"/>
                  </a:lnTo>
                  <a:cubicBezTo>
                    <a:pt x="2765" y="3469"/>
                    <a:pt x="2820" y="3485"/>
                    <a:pt x="2873" y="3485"/>
                  </a:cubicBezTo>
                  <a:cubicBezTo>
                    <a:pt x="3043" y="3485"/>
                    <a:pt x="3195" y="3316"/>
                    <a:pt x="3132" y="3125"/>
                  </a:cubicBezTo>
                  <a:lnTo>
                    <a:pt x="2890" y="2381"/>
                  </a:lnTo>
                  <a:cubicBezTo>
                    <a:pt x="2853" y="2270"/>
                    <a:pt x="2890" y="2149"/>
                    <a:pt x="2992" y="2075"/>
                  </a:cubicBezTo>
                  <a:lnTo>
                    <a:pt x="3624" y="1610"/>
                  </a:lnTo>
                  <a:cubicBezTo>
                    <a:pt x="3838" y="1452"/>
                    <a:pt x="3726" y="1118"/>
                    <a:pt x="3457" y="1118"/>
                  </a:cubicBezTo>
                  <a:lnTo>
                    <a:pt x="2677" y="1118"/>
                  </a:lnTo>
                  <a:cubicBezTo>
                    <a:pt x="2556" y="1118"/>
                    <a:pt x="2454" y="1044"/>
                    <a:pt x="2416" y="932"/>
                  </a:cubicBezTo>
                  <a:lnTo>
                    <a:pt x="2175" y="189"/>
                  </a:lnTo>
                  <a:cubicBezTo>
                    <a:pt x="2133" y="63"/>
                    <a:pt x="2024" y="1"/>
                    <a:pt x="1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3"/>
            <p:cNvSpPr/>
            <p:nvPr/>
          </p:nvSpPr>
          <p:spPr>
            <a:xfrm>
              <a:off x="713224" y="2982900"/>
              <a:ext cx="176400" cy="183000"/>
            </a:xfrm>
            <a:prstGeom prst="donut">
              <a:avLst>
                <a:gd name="adj" fmla="val 2252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604;p43"/>
          <p:cNvGrpSpPr/>
          <p:nvPr/>
        </p:nvGrpSpPr>
        <p:grpSpPr>
          <a:xfrm rot="1200044">
            <a:off x="7138691" y="3301336"/>
            <a:ext cx="731457" cy="606900"/>
            <a:chOff x="575787" y="2342429"/>
            <a:chExt cx="731525" cy="606957"/>
          </a:xfrm>
        </p:grpSpPr>
        <p:sp>
          <p:nvSpPr>
            <p:cNvPr id="22" name="Google Shape;605;p43"/>
            <p:cNvSpPr/>
            <p:nvPr/>
          </p:nvSpPr>
          <p:spPr>
            <a:xfrm>
              <a:off x="576136" y="2342429"/>
              <a:ext cx="730828" cy="606957"/>
            </a:xfrm>
            <a:custGeom>
              <a:avLst/>
              <a:gdLst/>
              <a:ahLst/>
              <a:cxnLst/>
              <a:rect l="l" t="t" r="r" b="b"/>
              <a:pathLst>
                <a:path w="14676" h="12172" extrusionOk="0">
                  <a:moveTo>
                    <a:pt x="7341" y="0"/>
                  </a:moveTo>
                  <a:cubicBezTo>
                    <a:pt x="7034" y="0"/>
                    <a:pt x="6725" y="149"/>
                    <a:pt x="6539" y="446"/>
                  </a:cubicBezTo>
                  <a:lnTo>
                    <a:pt x="583" y="10035"/>
                  </a:lnTo>
                  <a:cubicBezTo>
                    <a:pt x="0" y="10969"/>
                    <a:pt x="662" y="12171"/>
                    <a:pt x="1760" y="12171"/>
                  </a:cubicBezTo>
                  <a:cubicBezTo>
                    <a:pt x="1764" y="12171"/>
                    <a:pt x="1768" y="12171"/>
                    <a:pt x="1773" y="12171"/>
                  </a:cubicBezTo>
                  <a:lnTo>
                    <a:pt x="12903" y="12171"/>
                  </a:lnTo>
                  <a:cubicBezTo>
                    <a:pt x="12907" y="12171"/>
                    <a:pt x="12912" y="12171"/>
                    <a:pt x="12916" y="12171"/>
                  </a:cubicBezTo>
                  <a:cubicBezTo>
                    <a:pt x="14014" y="12171"/>
                    <a:pt x="14676" y="10969"/>
                    <a:pt x="14092" y="10035"/>
                  </a:cubicBezTo>
                  <a:lnTo>
                    <a:pt x="8137" y="446"/>
                  </a:lnTo>
                  <a:cubicBezTo>
                    <a:pt x="7956" y="149"/>
                    <a:pt x="7649" y="0"/>
                    <a:pt x="7341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606;p43"/>
            <p:cNvGrpSpPr/>
            <p:nvPr/>
          </p:nvGrpSpPr>
          <p:grpSpPr>
            <a:xfrm>
              <a:off x="575787" y="2342429"/>
              <a:ext cx="731525" cy="606957"/>
              <a:chOff x="857125" y="2195550"/>
              <a:chExt cx="367250" cy="304300"/>
            </a:xfrm>
          </p:grpSpPr>
          <p:sp>
            <p:nvSpPr>
              <p:cNvPr id="24" name="Google Shape;607;p43"/>
              <p:cNvSpPr/>
              <p:nvPr/>
            </p:nvSpPr>
            <p:spPr>
              <a:xfrm>
                <a:off x="857125" y="2195550"/>
                <a:ext cx="367250" cy="304300"/>
              </a:xfrm>
              <a:custGeom>
                <a:avLst/>
                <a:gdLst/>
                <a:ahLst/>
                <a:cxnLst/>
                <a:rect l="l" t="t" r="r" b="b"/>
                <a:pathLst>
                  <a:path w="14690" h="12172" extrusionOk="0">
                    <a:moveTo>
                      <a:pt x="7345" y="1"/>
                    </a:moveTo>
                    <a:cubicBezTo>
                      <a:pt x="7036" y="1"/>
                      <a:pt x="6727" y="149"/>
                      <a:pt x="6541" y="447"/>
                    </a:cubicBezTo>
                    <a:lnTo>
                      <a:pt x="585" y="10035"/>
                    </a:lnTo>
                    <a:cubicBezTo>
                      <a:pt x="0" y="10964"/>
                      <a:pt x="678" y="12172"/>
                      <a:pt x="1775" y="12172"/>
                    </a:cubicBezTo>
                    <a:lnTo>
                      <a:pt x="12914" y="12172"/>
                    </a:lnTo>
                    <a:cubicBezTo>
                      <a:pt x="14011" y="12172"/>
                      <a:pt x="14689" y="10964"/>
                      <a:pt x="14104" y="10035"/>
                    </a:cubicBezTo>
                    <a:lnTo>
                      <a:pt x="8148" y="447"/>
                    </a:lnTo>
                    <a:cubicBezTo>
                      <a:pt x="7962" y="149"/>
                      <a:pt x="7654" y="1"/>
                      <a:pt x="73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608;p43"/>
              <p:cNvSpPr/>
              <p:nvPr/>
            </p:nvSpPr>
            <p:spPr>
              <a:xfrm>
                <a:off x="884525" y="2216525"/>
                <a:ext cx="312425" cy="269175"/>
              </a:xfrm>
              <a:custGeom>
                <a:avLst/>
                <a:gdLst/>
                <a:ahLst/>
                <a:cxnLst/>
                <a:rect l="l" t="t" r="r" b="b"/>
                <a:pathLst>
                  <a:path w="12497" h="10767" extrusionOk="0">
                    <a:moveTo>
                      <a:pt x="6253" y="593"/>
                    </a:moveTo>
                    <a:cubicBezTo>
                      <a:pt x="6346" y="593"/>
                      <a:pt x="6430" y="648"/>
                      <a:pt x="6476" y="732"/>
                    </a:cubicBezTo>
                    <a:lnTo>
                      <a:pt x="11818" y="9707"/>
                    </a:lnTo>
                    <a:cubicBezTo>
                      <a:pt x="11874" y="9800"/>
                      <a:pt x="11874" y="9930"/>
                      <a:pt x="11818" y="10032"/>
                    </a:cubicBezTo>
                    <a:cubicBezTo>
                      <a:pt x="11772" y="10116"/>
                      <a:pt x="11679" y="10171"/>
                      <a:pt x="11586" y="10171"/>
                    </a:cubicBezTo>
                    <a:lnTo>
                      <a:pt x="911" y="10171"/>
                    </a:lnTo>
                    <a:cubicBezTo>
                      <a:pt x="818" y="10171"/>
                      <a:pt x="725" y="10116"/>
                      <a:pt x="679" y="10032"/>
                    </a:cubicBezTo>
                    <a:cubicBezTo>
                      <a:pt x="623" y="9930"/>
                      <a:pt x="623" y="9800"/>
                      <a:pt x="679" y="9707"/>
                    </a:cubicBezTo>
                    <a:lnTo>
                      <a:pt x="6021" y="732"/>
                    </a:lnTo>
                    <a:cubicBezTo>
                      <a:pt x="6067" y="648"/>
                      <a:pt x="6151" y="593"/>
                      <a:pt x="6253" y="593"/>
                    </a:cubicBezTo>
                    <a:close/>
                    <a:moveTo>
                      <a:pt x="6249" y="0"/>
                    </a:moveTo>
                    <a:cubicBezTo>
                      <a:pt x="5958" y="0"/>
                      <a:pt x="5668" y="142"/>
                      <a:pt x="5501" y="425"/>
                    </a:cubicBezTo>
                    <a:lnTo>
                      <a:pt x="168" y="9400"/>
                    </a:lnTo>
                    <a:cubicBezTo>
                      <a:pt x="0" y="9688"/>
                      <a:pt x="0" y="10032"/>
                      <a:pt x="158" y="10320"/>
                    </a:cubicBezTo>
                    <a:cubicBezTo>
                      <a:pt x="316" y="10599"/>
                      <a:pt x="604" y="10766"/>
                      <a:pt x="911" y="10766"/>
                    </a:cubicBezTo>
                    <a:lnTo>
                      <a:pt x="11586" y="10766"/>
                    </a:lnTo>
                    <a:cubicBezTo>
                      <a:pt x="11893" y="10766"/>
                      <a:pt x="12181" y="10599"/>
                      <a:pt x="12339" y="10320"/>
                    </a:cubicBezTo>
                    <a:cubicBezTo>
                      <a:pt x="12497" y="10032"/>
                      <a:pt x="12497" y="9688"/>
                      <a:pt x="12329" y="9400"/>
                    </a:cubicBezTo>
                    <a:lnTo>
                      <a:pt x="6997" y="425"/>
                    </a:lnTo>
                    <a:cubicBezTo>
                      <a:pt x="6829" y="142"/>
                      <a:pt x="6539" y="0"/>
                      <a:pt x="62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609;p43"/>
              <p:cNvSpPr/>
              <p:nvPr/>
            </p:nvSpPr>
            <p:spPr>
              <a:xfrm>
                <a:off x="1022725" y="2274075"/>
                <a:ext cx="36025" cy="1254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5018" extrusionOk="0">
                    <a:moveTo>
                      <a:pt x="725" y="0"/>
                    </a:moveTo>
                    <a:cubicBezTo>
                      <a:pt x="326" y="0"/>
                      <a:pt x="1" y="316"/>
                      <a:pt x="1" y="715"/>
                    </a:cubicBezTo>
                    <a:lnTo>
                      <a:pt x="1" y="4292"/>
                    </a:lnTo>
                    <a:cubicBezTo>
                      <a:pt x="1" y="4692"/>
                      <a:pt x="326" y="5017"/>
                      <a:pt x="725" y="5017"/>
                    </a:cubicBezTo>
                    <a:cubicBezTo>
                      <a:pt x="1115" y="5017"/>
                      <a:pt x="1441" y="4692"/>
                      <a:pt x="1441" y="4292"/>
                    </a:cubicBezTo>
                    <a:lnTo>
                      <a:pt x="1441" y="715"/>
                    </a:lnTo>
                    <a:cubicBezTo>
                      <a:pt x="1441" y="316"/>
                      <a:pt x="1115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610;p43"/>
              <p:cNvSpPr/>
              <p:nvPr/>
            </p:nvSpPr>
            <p:spPr>
              <a:xfrm>
                <a:off x="1022725" y="2409475"/>
                <a:ext cx="36025" cy="43925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757" extrusionOk="0">
                    <a:moveTo>
                      <a:pt x="725" y="1"/>
                    </a:moveTo>
                    <a:cubicBezTo>
                      <a:pt x="326" y="1"/>
                      <a:pt x="1" y="326"/>
                      <a:pt x="1" y="725"/>
                    </a:cubicBezTo>
                    <a:lnTo>
                      <a:pt x="1" y="1041"/>
                    </a:lnTo>
                    <a:cubicBezTo>
                      <a:pt x="1" y="1431"/>
                      <a:pt x="326" y="1757"/>
                      <a:pt x="725" y="1757"/>
                    </a:cubicBezTo>
                    <a:cubicBezTo>
                      <a:pt x="1115" y="1757"/>
                      <a:pt x="1441" y="1431"/>
                      <a:pt x="1441" y="1041"/>
                    </a:cubicBezTo>
                    <a:lnTo>
                      <a:pt x="1441" y="725"/>
                    </a:lnTo>
                    <a:cubicBezTo>
                      <a:pt x="1441" y="326"/>
                      <a:pt x="1115" y="1"/>
                      <a:pt x="7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" name="Google Shape;614;p43"/>
          <p:cNvGrpSpPr/>
          <p:nvPr/>
        </p:nvGrpSpPr>
        <p:grpSpPr>
          <a:xfrm>
            <a:off x="906625" y="1645378"/>
            <a:ext cx="567141" cy="617767"/>
            <a:chOff x="713224" y="2571739"/>
            <a:chExt cx="567141" cy="617767"/>
          </a:xfrm>
        </p:grpSpPr>
        <p:sp>
          <p:nvSpPr>
            <p:cNvPr id="29" name="Google Shape;615;p43"/>
            <p:cNvSpPr/>
            <p:nvPr/>
          </p:nvSpPr>
          <p:spPr>
            <a:xfrm>
              <a:off x="1095425" y="3009936"/>
              <a:ext cx="173279" cy="179570"/>
            </a:xfrm>
            <a:custGeom>
              <a:avLst/>
              <a:gdLst/>
              <a:ahLst/>
              <a:cxnLst/>
              <a:rect l="l" t="t" r="r" b="b"/>
              <a:pathLst>
                <a:path w="3476" h="3476" extrusionOk="0">
                  <a:moveTo>
                    <a:pt x="1738" y="1"/>
                  </a:moveTo>
                  <a:cubicBezTo>
                    <a:pt x="1487" y="1"/>
                    <a:pt x="1283" y="205"/>
                    <a:pt x="1283" y="456"/>
                  </a:cubicBezTo>
                  <a:lnTo>
                    <a:pt x="1283" y="1051"/>
                  </a:lnTo>
                  <a:cubicBezTo>
                    <a:pt x="1283" y="1172"/>
                    <a:pt x="1171" y="1283"/>
                    <a:pt x="1050" y="1283"/>
                  </a:cubicBezTo>
                  <a:lnTo>
                    <a:pt x="456" y="1283"/>
                  </a:lnTo>
                  <a:cubicBezTo>
                    <a:pt x="205" y="1283"/>
                    <a:pt x="1" y="1487"/>
                    <a:pt x="1" y="1738"/>
                  </a:cubicBezTo>
                  <a:cubicBezTo>
                    <a:pt x="1" y="1989"/>
                    <a:pt x="205" y="2194"/>
                    <a:pt x="456" y="2194"/>
                  </a:cubicBezTo>
                  <a:lnTo>
                    <a:pt x="1050" y="2194"/>
                  </a:lnTo>
                  <a:cubicBezTo>
                    <a:pt x="1171" y="2194"/>
                    <a:pt x="1283" y="2296"/>
                    <a:pt x="1283" y="2426"/>
                  </a:cubicBezTo>
                  <a:lnTo>
                    <a:pt x="1283" y="3020"/>
                  </a:lnTo>
                  <a:cubicBezTo>
                    <a:pt x="1283" y="3271"/>
                    <a:pt x="1487" y="3476"/>
                    <a:pt x="1738" y="3476"/>
                  </a:cubicBezTo>
                  <a:cubicBezTo>
                    <a:pt x="1989" y="3476"/>
                    <a:pt x="2193" y="3271"/>
                    <a:pt x="2193" y="3020"/>
                  </a:cubicBezTo>
                  <a:lnTo>
                    <a:pt x="2193" y="2426"/>
                  </a:lnTo>
                  <a:cubicBezTo>
                    <a:pt x="2193" y="2296"/>
                    <a:pt x="2295" y="2194"/>
                    <a:pt x="2426" y="2194"/>
                  </a:cubicBezTo>
                  <a:lnTo>
                    <a:pt x="3020" y="2194"/>
                  </a:lnTo>
                  <a:cubicBezTo>
                    <a:pt x="3271" y="2194"/>
                    <a:pt x="3475" y="1989"/>
                    <a:pt x="3475" y="1738"/>
                  </a:cubicBezTo>
                  <a:cubicBezTo>
                    <a:pt x="3475" y="1487"/>
                    <a:pt x="3271" y="1283"/>
                    <a:pt x="3020" y="1283"/>
                  </a:cubicBezTo>
                  <a:lnTo>
                    <a:pt x="2426" y="1283"/>
                  </a:lnTo>
                  <a:cubicBezTo>
                    <a:pt x="2295" y="1283"/>
                    <a:pt x="2193" y="1172"/>
                    <a:pt x="2193" y="1051"/>
                  </a:cubicBezTo>
                  <a:lnTo>
                    <a:pt x="2193" y="456"/>
                  </a:lnTo>
                  <a:cubicBezTo>
                    <a:pt x="2193" y="205"/>
                    <a:pt x="1989" y="1"/>
                    <a:pt x="17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16;p43"/>
            <p:cNvSpPr/>
            <p:nvPr/>
          </p:nvSpPr>
          <p:spPr>
            <a:xfrm rot="1800110">
              <a:off x="1056829" y="2607512"/>
              <a:ext cx="191333" cy="180090"/>
            </a:xfrm>
            <a:custGeom>
              <a:avLst/>
              <a:gdLst/>
              <a:ahLst/>
              <a:cxnLst/>
              <a:rect l="l" t="t" r="r" b="b"/>
              <a:pathLst>
                <a:path w="3838" h="3486" extrusionOk="0">
                  <a:moveTo>
                    <a:pt x="1915" y="1"/>
                  </a:moveTo>
                  <a:cubicBezTo>
                    <a:pt x="1805" y="1"/>
                    <a:pt x="1696" y="63"/>
                    <a:pt x="1655" y="189"/>
                  </a:cubicBezTo>
                  <a:lnTo>
                    <a:pt x="1413" y="932"/>
                  </a:lnTo>
                  <a:cubicBezTo>
                    <a:pt x="1376" y="1044"/>
                    <a:pt x="1274" y="1118"/>
                    <a:pt x="1153" y="1118"/>
                  </a:cubicBezTo>
                  <a:lnTo>
                    <a:pt x="372" y="1118"/>
                  </a:lnTo>
                  <a:cubicBezTo>
                    <a:pt x="112" y="1118"/>
                    <a:pt x="1" y="1462"/>
                    <a:pt x="214" y="1610"/>
                  </a:cubicBezTo>
                  <a:lnTo>
                    <a:pt x="846" y="2075"/>
                  </a:lnTo>
                  <a:cubicBezTo>
                    <a:pt x="939" y="2149"/>
                    <a:pt x="986" y="2270"/>
                    <a:pt x="948" y="2381"/>
                  </a:cubicBezTo>
                  <a:lnTo>
                    <a:pt x="707" y="3125"/>
                  </a:lnTo>
                  <a:cubicBezTo>
                    <a:pt x="643" y="3316"/>
                    <a:pt x="795" y="3485"/>
                    <a:pt x="966" y="3485"/>
                  </a:cubicBezTo>
                  <a:cubicBezTo>
                    <a:pt x="1019" y="3485"/>
                    <a:pt x="1074" y="3469"/>
                    <a:pt x="1125" y="3431"/>
                  </a:cubicBezTo>
                  <a:lnTo>
                    <a:pt x="1757" y="2967"/>
                  </a:lnTo>
                  <a:cubicBezTo>
                    <a:pt x="1803" y="2934"/>
                    <a:pt x="1859" y="2918"/>
                    <a:pt x="1916" y="2918"/>
                  </a:cubicBezTo>
                  <a:cubicBezTo>
                    <a:pt x="1973" y="2918"/>
                    <a:pt x="2031" y="2934"/>
                    <a:pt x="2082" y="2967"/>
                  </a:cubicBezTo>
                  <a:lnTo>
                    <a:pt x="2714" y="3431"/>
                  </a:lnTo>
                  <a:cubicBezTo>
                    <a:pt x="2765" y="3469"/>
                    <a:pt x="2820" y="3485"/>
                    <a:pt x="2873" y="3485"/>
                  </a:cubicBezTo>
                  <a:cubicBezTo>
                    <a:pt x="3043" y="3485"/>
                    <a:pt x="3195" y="3316"/>
                    <a:pt x="3132" y="3125"/>
                  </a:cubicBezTo>
                  <a:lnTo>
                    <a:pt x="2890" y="2381"/>
                  </a:lnTo>
                  <a:cubicBezTo>
                    <a:pt x="2853" y="2270"/>
                    <a:pt x="2890" y="2149"/>
                    <a:pt x="2992" y="2075"/>
                  </a:cubicBezTo>
                  <a:lnTo>
                    <a:pt x="3624" y="1610"/>
                  </a:lnTo>
                  <a:cubicBezTo>
                    <a:pt x="3838" y="1452"/>
                    <a:pt x="3726" y="1118"/>
                    <a:pt x="3457" y="1118"/>
                  </a:cubicBezTo>
                  <a:lnTo>
                    <a:pt x="2677" y="1118"/>
                  </a:lnTo>
                  <a:cubicBezTo>
                    <a:pt x="2556" y="1118"/>
                    <a:pt x="2454" y="1044"/>
                    <a:pt x="2416" y="932"/>
                  </a:cubicBezTo>
                  <a:lnTo>
                    <a:pt x="2175" y="189"/>
                  </a:lnTo>
                  <a:cubicBezTo>
                    <a:pt x="2133" y="63"/>
                    <a:pt x="2024" y="1"/>
                    <a:pt x="1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17;p43"/>
            <p:cNvSpPr/>
            <p:nvPr/>
          </p:nvSpPr>
          <p:spPr>
            <a:xfrm>
              <a:off x="713224" y="2982900"/>
              <a:ext cx="176400" cy="183000"/>
            </a:xfrm>
            <a:prstGeom prst="donut">
              <a:avLst>
                <a:gd name="adj" fmla="val 2252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611;p43"/>
          <p:cNvGrpSpPr/>
          <p:nvPr/>
        </p:nvGrpSpPr>
        <p:grpSpPr>
          <a:xfrm>
            <a:off x="2362200" y="3774031"/>
            <a:ext cx="406012" cy="421031"/>
            <a:chOff x="8024709" y="2982890"/>
            <a:chExt cx="406012" cy="421031"/>
          </a:xfrm>
        </p:grpSpPr>
        <p:sp>
          <p:nvSpPr>
            <p:cNvPr id="33" name="Google Shape;612;p43"/>
            <p:cNvSpPr/>
            <p:nvPr/>
          </p:nvSpPr>
          <p:spPr>
            <a:xfrm>
              <a:off x="8024709" y="2982889"/>
              <a:ext cx="140826" cy="141290"/>
            </a:xfrm>
            <a:custGeom>
              <a:avLst/>
              <a:gdLst/>
              <a:ahLst/>
              <a:cxnLst/>
              <a:rect l="l" t="t" r="r" b="b"/>
              <a:pathLst>
                <a:path w="2825" h="2735" extrusionOk="0">
                  <a:moveTo>
                    <a:pt x="507" y="0"/>
                  </a:moveTo>
                  <a:cubicBezTo>
                    <a:pt x="391" y="0"/>
                    <a:pt x="274" y="44"/>
                    <a:pt x="186" y="133"/>
                  </a:cubicBezTo>
                  <a:cubicBezTo>
                    <a:pt x="0" y="309"/>
                    <a:pt x="0" y="606"/>
                    <a:pt x="186" y="783"/>
                  </a:cubicBezTo>
                  <a:lnTo>
                    <a:pt x="604" y="1201"/>
                  </a:lnTo>
                  <a:cubicBezTo>
                    <a:pt x="697" y="1294"/>
                    <a:pt x="697" y="1443"/>
                    <a:pt x="604" y="1536"/>
                  </a:cubicBezTo>
                  <a:lnTo>
                    <a:pt x="186" y="1954"/>
                  </a:lnTo>
                  <a:cubicBezTo>
                    <a:pt x="0" y="2130"/>
                    <a:pt x="0" y="2418"/>
                    <a:pt x="186" y="2595"/>
                  </a:cubicBezTo>
                  <a:cubicBezTo>
                    <a:pt x="274" y="2688"/>
                    <a:pt x="391" y="2734"/>
                    <a:pt x="507" y="2734"/>
                  </a:cubicBezTo>
                  <a:cubicBezTo>
                    <a:pt x="623" y="2734"/>
                    <a:pt x="739" y="2688"/>
                    <a:pt x="827" y="2595"/>
                  </a:cubicBezTo>
                  <a:lnTo>
                    <a:pt x="1245" y="2177"/>
                  </a:lnTo>
                  <a:cubicBezTo>
                    <a:pt x="1292" y="2130"/>
                    <a:pt x="1352" y="2107"/>
                    <a:pt x="1413" y="2107"/>
                  </a:cubicBezTo>
                  <a:cubicBezTo>
                    <a:pt x="1473" y="2107"/>
                    <a:pt x="1533" y="2130"/>
                    <a:pt x="1580" y="2177"/>
                  </a:cubicBezTo>
                  <a:lnTo>
                    <a:pt x="1998" y="2595"/>
                  </a:lnTo>
                  <a:cubicBezTo>
                    <a:pt x="2091" y="2688"/>
                    <a:pt x="2209" y="2734"/>
                    <a:pt x="2327" y="2734"/>
                  </a:cubicBezTo>
                  <a:cubicBezTo>
                    <a:pt x="2444" y="2734"/>
                    <a:pt x="2560" y="2688"/>
                    <a:pt x="2648" y="2595"/>
                  </a:cubicBezTo>
                  <a:cubicBezTo>
                    <a:pt x="2825" y="2418"/>
                    <a:pt x="2825" y="2130"/>
                    <a:pt x="2648" y="1954"/>
                  </a:cubicBezTo>
                  <a:lnTo>
                    <a:pt x="2230" y="1536"/>
                  </a:lnTo>
                  <a:cubicBezTo>
                    <a:pt x="2137" y="1443"/>
                    <a:pt x="2137" y="1294"/>
                    <a:pt x="2230" y="1201"/>
                  </a:cubicBezTo>
                  <a:lnTo>
                    <a:pt x="2648" y="783"/>
                  </a:lnTo>
                  <a:cubicBezTo>
                    <a:pt x="2825" y="606"/>
                    <a:pt x="2825" y="309"/>
                    <a:pt x="2648" y="133"/>
                  </a:cubicBezTo>
                  <a:cubicBezTo>
                    <a:pt x="2560" y="44"/>
                    <a:pt x="2444" y="0"/>
                    <a:pt x="2327" y="0"/>
                  </a:cubicBezTo>
                  <a:cubicBezTo>
                    <a:pt x="2209" y="0"/>
                    <a:pt x="2091" y="44"/>
                    <a:pt x="1998" y="133"/>
                  </a:cubicBezTo>
                  <a:lnTo>
                    <a:pt x="1580" y="551"/>
                  </a:lnTo>
                  <a:cubicBezTo>
                    <a:pt x="1533" y="597"/>
                    <a:pt x="1473" y="620"/>
                    <a:pt x="1413" y="620"/>
                  </a:cubicBezTo>
                  <a:cubicBezTo>
                    <a:pt x="1352" y="620"/>
                    <a:pt x="1292" y="597"/>
                    <a:pt x="1245" y="551"/>
                  </a:cubicBezTo>
                  <a:lnTo>
                    <a:pt x="827" y="133"/>
                  </a:lnTo>
                  <a:cubicBezTo>
                    <a:pt x="739" y="44"/>
                    <a:pt x="623" y="0"/>
                    <a:pt x="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13;p43"/>
            <p:cNvSpPr/>
            <p:nvPr/>
          </p:nvSpPr>
          <p:spPr>
            <a:xfrm>
              <a:off x="8258389" y="3223885"/>
              <a:ext cx="172331" cy="180035"/>
            </a:xfrm>
            <a:custGeom>
              <a:avLst/>
              <a:gdLst/>
              <a:ahLst/>
              <a:cxnLst/>
              <a:rect l="l" t="t" r="r" b="b"/>
              <a:pathLst>
                <a:path w="3457" h="3485" extrusionOk="0">
                  <a:moveTo>
                    <a:pt x="1729" y="1"/>
                  </a:moveTo>
                  <a:cubicBezTo>
                    <a:pt x="1682" y="10"/>
                    <a:pt x="1654" y="38"/>
                    <a:pt x="1636" y="66"/>
                  </a:cubicBezTo>
                  <a:cubicBezTo>
                    <a:pt x="1301" y="688"/>
                    <a:pt x="846" y="1339"/>
                    <a:pt x="66" y="1636"/>
                  </a:cubicBezTo>
                  <a:cubicBezTo>
                    <a:pt x="38" y="1654"/>
                    <a:pt x="10" y="1673"/>
                    <a:pt x="1" y="1701"/>
                  </a:cubicBezTo>
                  <a:cubicBezTo>
                    <a:pt x="1" y="1704"/>
                    <a:pt x="1" y="1707"/>
                    <a:pt x="1" y="1710"/>
                  </a:cubicBezTo>
                  <a:lnTo>
                    <a:pt x="1" y="1719"/>
                  </a:lnTo>
                  <a:cubicBezTo>
                    <a:pt x="1" y="1729"/>
                    <a:pt x="1" y="1738"/>
                    <a:pt x="1" y="1747"/>
                  </a:cubicBezTo>
                  <a:cubicBezTo>
                    <a:pt x="1" y="1757"/>
                    <a:pt x="1" y="1766"/>
                    <a:pt x="1" y="1775"/>
                  </a:cubicBezTo>
                  <a:lnTo>
                    <a:pt x="1" y="1785"/>
                  </a:lnTo>
                  <a:cubicBezTo>
                    <a:pt x="1" y="1789"/>
                    <a:pt x="1" y="1791"/>
                    <a:pt x="1" y="1794"/>
                  </a:cubicBezTo>
                  <a:cubicBezTo>
                    <a:pt x="10" y="1822"/>
                    <a:pt x="38" y="1840"/>
                    <a:pt x="66" y="1850"/>
                  </a:cubicBezTo>
                  <a:cubicBezTo>
                    <a:pt x="846" y="2156"/>
                    <a:pt x="1301" y="2806"/>
                    <a:pt x="1636" y="3420"/>
                  </a:cubicBezTo>
                  <a:cubicBezTo>
                    <a:pt x="1654" y="3457"/>
                    <a:pt x="1682" y="3485"/>
                    <a:pt x="1729" y="3485"/>
                  </a:cubicBezTo>
                  <a:cubicBezTo>
                    <a:pt x="1766" y="3485"/>
                    <a:pt x="1803" y="3457"/>
                    <a:pt x="1822" y="3420"/>
                  </a:cubicBezTo>
                  <a:cubicBezTo>
                    <a:pt x="2156" y="2806"/>
                    <a:pt x="2611" y="2147"/>
                    <a:pt x="3382" y="1850"/>
                  </a:cubicBezTo>
                  <a:cubicBezTo>
                    <a:pt x="3410" y="1840"/>
                    <a:pt x="3438" y="1822"/>
                    <a:pt x="3457" y="1794"/>
                  </a:cubicBezTo>
                  <a:cubicBezTo>
                    <a:pt x="3457" y="1791"/>
                    <a:pt x="3457" y="1789"/>
                    <a:pt x="3457" y="1785"/>
                  </a:cubicBezTo>
                  <a:lnTo>
                    <a:pt x="3457" y="1775"/>
                  </a:lnTo>
                  <a:cubicBezTo>
                    <a:pt x="3457" y="1757"/>
                    <a:pt x="3457" y="1738"/>
                    <a:pt x="3457" y="1719"/>
                  </a:cubicBezTo>
                  <a:lnTo>
                    <a:pt x="3457" y="1710"/>
                  </a:lnTo>
                  <a:cubicBezTo>
                    <a:pt x="3457" y="1707"/>
                    <a:pt x="3457" y="1704"/>
                    <a:pt x="3457" y="1701"/>
                  </a:cubicBezTo>
                  <a:cubicBezTo>
                    <a:pt x="3438" y="1673"/>
                    <a:pt x="3410" y="1654"/>
                    <a:pt x="3382" y="1636"/>
                  </a:cubicBezTo>
                  <a:cubicBezTo>
                    <a:pt x="2611" y="1339"/>
                    <a:pt x="2156" y="688"/>
                    <a:pt x="1822" y="66"/>
                  </a:cubicBezTo>
                  <a:cubicBezTo>
                    <a:pt x="1803" y="38"/>
                    <a:pt x="1766" y="10"/>
                    <a:pt x="17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63188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affic Signs by Slidesgo">
  <a:themeElements>
    <a:clrScheme name="Simple Light">
      <a:dk1>
        <a:srgbClr val="522D2D"/>
      </a:dk1>
      <a:lt1>
        <a:srgbClr val="C9DFF5"/>
      </a:lt1>
      <a:dk2>
        <a:srgbClr val="33AEFF"/>
      </a:dk2>
      <a:lt2>
        <a:srgbClr val="A4C639"/>
      </a:lt2>
      <a:accent1>
        <a:srgbClr val="FFD800"/>
      </a:accent1>
      <a:accent2>
        <a:srgbClr val="E9662C"/>
      </a:accent2>
      <a:accent3>
        <a:srgbClr val="E84C3D"/>
      </a:accent3>
      <a:accent4>
        <a:srgbClr val="FF917D"/>
      </a:accent4>
      <a:accent5>
        <a:srgbClr val="9B59B6"/>
      </a:accent5>
      <a:accent6>
        <a:srgbClr val="FFFFFF"/>
      </a:accent6>
      <a:hlink>
        <a:srgbClr val="522D2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387</Words>
  <Application>Microsoft Office PowerPoint</Application>
  <PresentationFormat>On-screen Show (16:9)</PresentationFormat>
  <Paragraphs>27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Times New Roman</vt:lpstr>
      <vt:lpstr>Lato</vt:lpstr>
      <vt:lpstr>Delius</vt:lpstr>
      <vt:lpstr>Nunito Light</vt:lpstr>
      <vt:lpstr>Wingdings</vt:lpstr>
      <vt:lpstr>Traffic Signs by Slidesgo</vt:lpstr>
      <vt:lpstr>Role of the OSI Model in Software-Defined Networking (SDN)</vt:lpstr>
      <vt:lpstr>INTRODUCTION</vt:lpstr>
      <vt:lpstr>OBJECTIVE</vt:lpstr>
      <vt:lpstr>THE OSI MODEL: A QUICK RECAP</vt:lpstr>
      <vt:lpstr>HOW SDN REDEFINES THE OSI LAYERS</vt:lpstr>
      <vt:lpstr>THANK YOU!!!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AI-Powered System for Detecting Road Traffic Violations</dc:title>
  <dc:creator>krishnadeva</dc:creator>
  <cp:lastModifiedBy>Krishnan Kumar</cp:lastModifiedBy>
  <cp:revision>32</cp:revision>
  <dcterms:modified xsi:type="dcterms:W3CDTF">2026-07-14T18:13:43Z</dcterms:modified>
</cp:coreProperties>
</file>